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3D5C3E-0C13-224E-B93D-DD647BEC56A9}" v="3" dt="2026-04-07T15:47:45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75"/>
  </p:normalViewPr>
  <p:slideViewPr>
    <p:cSldViewPr snapToGrid="0">
      <p:cViewPr varScale="1">
        <p:scale>
          <a:sx n="76" d="100"/>
          <a:sy n="76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rjtQ30DOrcg?si=zUfc3uuBKlfqhSL2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rjtQ30DOrcg?si=zUfc3uuBKlfqhSL2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6BCB0D-EA78-415D-A9E7-BA0983469C23}" type="doc">
      <dgm:prSet loTypeId="urn:microsoft.com/office/officeart/2005/8/layout/defaul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9B031E-266D-4CBE-B25D-5F85527699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chatbots are not a guaranteed source of accurate information</a:t>
          </a:r>
        </a:p>
      </dgm:t>
    </dgm:pt>
    <dgm:pt modelId="{90C35B67-4580-496D-9FF1-E485C7F234CD}" type="parTrans" cxnId="{7B37E6EF-F4E5-4676-90E0-C38F906327D6}">
      <dgm:prSet/>
      <dgm:spPr/>
      <dgm:t>
        <a:bodyPr/>
        <a:lstStyle/>
        <a:p>
          <a:endParaRPr lang="en-US"/>
        </a:p>
      </dgm:t>
    </dgm:pt>
    <dgm:pt modelId="{9455AB8A-F3C9-4C83-8E1F-CC54C0891940}" type="sibTrans" cxnId="{7B37E6EF-F4E5-4676-90E0-C38F906327D6}">
      <dgm:prSet/>
      <dgm:spPr/>
      <dgm:t>
        <a:bodyPr/>
        <a:lstStyle/>
        <a:p>
          <a:endParaRPr lang="en-US"/>
        </a:p>
      </dgm:t>
    </dgm:pt>
    <dgm:pt modelId="{A0CF63EB-D643-4800-B074-2D7CFABA4E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Chatbots can spread potentially sensitive or harmful misinformation</a:t>
          </a:r>
        </a:p>
      </dgm:t>
    </dgm:pt>
    <dgm:pt modelId="{48E1771B-E2E3-40DA-A22D-7545E2EB17EF}" type="parTrans" cxnId="{2BA2E9B4-E441-45C0-BD5F-714D40B0E673}">
      <dgm:prSet/>
      <dgm:spPr/>
      <dgm:t>
        <a:bodyPr/>
        <a:lstStyle/>
        <a:p>
          <a:endParaRPr lang="en-US"/>
        </a:p>
      </dgm:t>
    </dgm:pt>
    <dgm:pt modelId="{0B853B7C-8AB6-484B-AD01-626F2F5D73F8}" type="sibTrans" cxnId="{2BA2E9B4-E441-45C0-BD5F-714D40B0E673}">
      <dgm:prSet/>
      <dgm:spPr/>
      <dgm:t>
        <a:bodyPr/>
        <a:lstStyle/>
        <a:p>
          <a:endParaRPr lang="en-US"/>
        </a:p>
      </dgm:t>
    </dgm:pt>
    <dgm:pt modelId="{1C3E9A4E-787C-4F05-A69B-9687927411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AI-based healthcare has been found to discriminate, and may provide inappropriate or irrelevant resources</a:t>
          </a:r>
        </a:p>
      </dgm:t>
    </dgm:pt>
    <dgm:pt modelId="{940F5364-2E58-4990-8B1F-355408833F77}" type="parTrans" cxnId="{F6CFE801-A54E-40FF-BE3E-18230CD45548}">
      <dgm:prSet/>
      <dgm:spPr/>
      <dgm:t>
        <a:bodyPr/>
        <a:lstStyle/>
        <a:p>
          <a:endParaRPr lang="en-US"/>
        </a:p>
      </dgm:t>
    </dgm:pt>
    <dgm:pt modelId="{4174DBD1-5342-473C-B9F2-AF3DC72459F2}" type="sibTrans" cxnId="{F6CFE801-A54E-40FF-BE3E-18230CD45548}">
      <dgm:prSet/>
      <dgm:spPr/>
      <dgm:t>
        <a:bodyPr/>
        <a:lstStyle/>
        <a:p>
          <a:endParaRPr lang="en-US"/>
        </a:p>
      </dgm:t>
    </dgm:pt>
    <dgm:pt modelId="{834E01F1-E5E5-4E11-BC83-89B55F6BCF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hlinkClick xmlns:r="http://schemas.openxmlformats.org/officeDocument/2006/relationships" r:id="rId1"/>
            </a:rPr>
            <a:t>Could AI chatbots replace human therapists? </a:t>
          </a:r>
          <a:r>
            <a:rPr lang="en-US"/>
            <a:t>BBC World Service </a:t>
          </a:r>
        </a:p>
      </dgm:t>
    </dgm:pt>
    <dgm:pt modelId="{0CCC1F13-54C5-4EB7-8FBC-B08ACD11735D}" type="parTrans" cxnId="{B4326BE7-4249-4FFA-9F49-2BE22F3AA3D3}">
      <dgm:prSet/>
      <dgm:spPr/>
      <dgm:t>
        <a:bodyPr/>
        <a:lstStyle/>
        <a:p>
          <a:endParaRPr lang="en-US"/>
        </a:p>
      </dgm:t>
    </dgm:pt>
    <dgm:pt modelId="{71F92FC0-8A4C-4FCE-98BE-57BAAF2BEF30}" type="sibTrans" cxnId="{B4326BE7-4249-4FFA-9F49-2BE22F3AA3D3}">
      <dgm:prSet/>
      <dgm:spPr/>
      <dgm:t>
        <a:bodyPr/>
        <a:lstStyle/>
        <a:p>
          <a:endParaRPr lang="en-US"/>
        </a:p>
      </dgm:t>
    </dgm:pt>
    <dgm:pt modelId="{0C8A166F-A3A6-8E4B-9D8E-2852AF5F73D6}" type="pres">
      <dgm:prSet presAssocID="{216BCB0D-EA78-415D-A9E7-BA0983469C23}" presName="diagram" presStyleCnt="0">
        <dgm:presLayoutVars>
          <dgm:dir/>
          <dgm:resizeHandles val="exact"/>
        </dgm:presLayoutVars>
      </dgm:prSet>
      <dgm:spPr/>
    </dgm:pt>
    <dgm:pt modelId="{90F110CE-DA9A-1E4A-99C1-47E9373F750E}" type="pres">
      <dgm:prSet presAssocID="{579B031E-266D-4CBE-B25D-5F855276997C}" presName="node" presStyleLbl="node1" presStyleIdx="0" presStyleCnt="4">
        <dgm:presLayoutVars>
          <dgm:bulletEnabled val="1"/>
        </dgm:presLayoutVars>
      </dgm:prSet>
      <dgm:spPr/>
    </dgm:pt>
    <dgm:pt modelId="{70B0A367-A1D9-0F4A-9684-8C28D289D25E}" type="pres">
      <dgm:prSet presAssocID="{9455AB8A-F3C9-4C83-8E1F-CC54C0891940}" presName="sibTrans" presStyleCnt="0"/>
      <dgm:spPr/>
    </dgm:pt>
    <dgm:pt modelId="{A93575D5-69EC-8F4D-8051-5186B12A63CA}" type="pres">
      <dgm:prSet presAssocID="{A0CF63EB-D643-4800-B074-2D7CFABA4E6A}" presName="node" presStyleLbl="node1" presStyleIdx="1" presStyleCnt="4">
        <dgm:presLayoutVars>
          <dgm:bulletEnabled val="1"/>
        </dgm:presLayoutVars>
      </dgm:prSet>
      <dgm:spPr/>
    </dgm:pt>
    <dgm:pt modelId="{9C568004-BF84-6844-BAEA-E0D3DD0498F8}" type="pres">
      <dgm:prSet presAssocID="{0B853B7C-8AB6-484B-AD01-626F2F5D73F8}" presName="sibTrans" presStyleCnt="0"/>
      <dgm:spPr/>
    </dgm:pt>
    <dgm:pt modelId="{064B37BF-43C0-754A-A5C2-23068FDB7702}" type="pres">
      <dgm:prSet presAssocID="{1C3E9A4E-787C-4F05-A69B-9687927411F2}" presName="node" presStyleLbl="node1" presStyleIdx="2" presStyleCnt="4">
        <dgm:presLayoutVars>
          <dgm:bulletEnabled val="1"/>
        </dgm:presLayoutVars>
      </dgm:prSet>
      <dgm:spPr/>
    </dgm:pt>
    <dgm:pt modelId="{59CB56E8-BCFB-4D4F-99D8-753F798259F3}" type="pres">
      <dgm:prSet presAssocID="{4174DBD1-5342-473C-B9F2-AF3DC72459F2}" presName="sibTrans" presStyleCnt="0"/>
      <dgm:spPr/>
    </dgm:pt>
    <dgm:pt modelId="{E89C49F7-D136-404D-8F84-9031CC7A7CDB}" type="pres">
      <dgm:prSet presAssocID="{834E01F1-E5E5-4E11-BC83-89B55F6BCF32}" presName="node" presStyleLbl="node1" presStyleIdx="3" presStyleCnt="4">
        <dgm:presLayoutVars>
          <dgm:bulletEnabled val="1"/>
        </dgm:presLayoutVars>
      </dgm:prSet>
      <dgm:spPr/>
    </dgm:pt>
  </dgm:ptLst>
  <dgm:cxnLst>
    <dgm:cxn modelId="{F6CFE801-A54E-40FF-BE3E-18230CD45548}" srcId="{216BCB0D-EA78-415D-A9E7-BA0983469C23}" destId="{1C3E9A4E-787C-4F05-A69B-9687927411F2}" srcOrd="2" destOrd="0" parTransId="{940F5364-2E58-4990-8B1F-355408833F77}" sibTransId="{4174DBD1-5342-473C-B9F2-AF3DC72459F2}"/>
    <dgm:cxn modelId="{BC28A955-4252-BA43-B8C7-21D27B354119}" type="presOf" srcId="{579B031E-266D-4CBE-B25D-5F855276997C}" destId="{90F110CE-DA9A-1E4A-99C1-47E9373F750E}" srcOrd="0" destOrd="0" presId="urn:microsoft.com/office/officeart/2005/8/layout/default"/>
    <dgm:cxn modelId="{97CC748A-24EB-7447-91D1-527332FB76EB}" type="presOf" srcId="{1C3E9A4E-787C-4F05-A69B-9687927411F2}" destId="{064B37BF-43C0-754A-A5C2-23068FDB7702}" srcOrd="0" destOrd="0" presId="urn:microsoft.com/office/officeart/2005/8/layout/default"/>
    <dgm:cxn modelId="{2BA2E9B4-E441-45C0-BD5F-714D40B0E673}" srcId="{216BCB0D-EA78-415D-A9E7-BA0983469C23}" destId="{A0CF63EB-D643-4800-B074-2D7CFABA4E6A}" srcOrd="1" destOrd="0" parTransId="{48E1771B-E2E3-40DA-A22D-7545E2EB17EF}" sibTransId="{0B853B7C-8AB6-484B-AD01-626F2F5D73F8}"/>
    <dgm:cxn modelId="{8B0FB3BB-2582-EE4C-A800-3F81B39B8F30}" type="presOf" srcId="{A0CF63EB-D643-4800-B074-2D7CFABA4E6A}" destId="{A93575D5-69EC-8F4D-8051-5186B12A63CA}" srcOrd="0" destOrd="0" presId="urn:microsoft.com/office/officeart/2005/8/layout/default"/>
    <dgm:cxn modelId="{B4326BE7-4249-4FFA-9F49-2BE22F3AA3D3}" srcId="{216BCB0D-EA78-415D-A9E7-BA0983469C23}" destId="{834E01F1-E5E5-4E11-BC83-89B55F6BCF32}" srcOrd="3" destOrd="0" parTransId="{0CCC1F13-54C5-4EB7-8FBC-B08ACD11735D}" sibTransId="{71F92FC0-8A4C-4FCE-98BE-57BAAF2BEF30}"/>
    <dgm:cxn modelId="{8DD76BEC-D06E-974E-ABDF-37F2172733F3}" type="presOf" srcId="{834E01F1-E5E5-4E11-BC83-89B55F6BCF32}" destId="{E89C49F7-D136-404D-8F84-9031CC7A7CDB}" srcOrd="0" destOrd="0" presId="urn:microsoft.com/office/officeart/2005/8/layout/default"/>
    <dgm:cxn modelId="{7B37E6EF-F4E5-4676-90E0-C38F906327D6}" srcId="{216BCB0D-EA78-415D-A9E7-BA0983469C23}" destId="{579B031E-266D-4CBE-B25D-5F855276997C}" srcOrd="0" destOrd="0" parTransId="{90C35B67-4580-496D-9FF1-E485C7F234CD}" sibTransId="{9455AB8A-F3C9-4C83-8E1F-CC54C0891940}"/>
    <dgm:cxn modelId="{58FF93FE-82A0-204E-A837-E642A592B23F}" type="presOf" srcId="{216BCB0D-EA78-415D-A9E7-BA0983469C23}" destId="{0C8A166F-A3A6-8E4B-9D8E-2852AF5F73D6}" srcOrd="0" destOrd="0" presId="urn:microsoft.com/office/officeart/2005/8/layout/default"/>
    <dgm:cxn modelId="{9467FF73-82B0-F44A-B3AE-261E2FAF322A}" type="presParOf" srcId="{0C8A166F-A3A6-8E4B-9D8E-2852AF5F73D6}" destId="{90F110CE-DA9A-1E4A-99C1-47E9373F750E}" srcOrd="0" destOrd="0" presId="urn:microsoft.com/office/officeart/2005/8/layout/default"/>
    <dgm:cxn modelId="{AE2BD906-F0DA-C845-AF87-E482343D2842}" type="presParOf" srcId="{0C8A166F-A3A6-8E4B-9D8E-2852AF5F73D6}" destId="{70B0A367-A1D9-0F4A-9684-8C28D289D25E}" srcOrd="1" destOrd="0" presId="urn:microsoft.com/office/officeart/2005/8/layout/default"/>
    <dgm:cxn modelId="{CA8885F8-2084-0F40-8A24-907658DD9AF6}" type="presParOf" srcId="{0C8A166F-A3A6-8E4B-9D8E-2852AF5F73D6}" destId="{A93575D5-69EC-8F4D-8051-5186B12A63CA}" srcOrd="2" destOrd="0" presId="urn:microsoft.com/office/officeart/2005/8/layout/default"/>
    <dgm:cxn modelId="{8CF78122-6251-4D43-9C54-BF20505945C6}" type="presParOf" srcId="{0C8A166F-A3A6-8E4B-9D8E-2852AF5F73D6}" destId="{9C568004-BF84-6844-BAEA-E0D3DD0498F8}" srcOrd="3" destOrd="0" presId="urn:microsoft.com/office/officeart/2005/8/layout/default"/>
    <dgm:cxn modelId="{F4AD7898-03BB-DF4C-9BE9-D4CC7216622F}" type="presParOf" srcId="{0C8A166F-A3A6-8E4B-9D8E-2852AF5F73D6}" destId="{064B37BF-43C0-754A-A5C2-23068FDB7702}" srcOrd="4" destOrd="0" presId="urn:microsoft.com/office/officeart/2005/8/layout/default"/>
    <dgm:cxn modelId="{6A64F0F5-8DC2-644F-9191-185E39C74BBC}" type="presParOf" srcId="{0C8A166F-A3A6-8E4B-9D8E-2852AF5F73D6}" destId="{59CB56E8-BCFB-4D4F-99D8-753F798259F3}" srcOrd="5" destOrd="0" presId="urn:microsoft.com/office/officeart/2005/8/layout/default"/>
    <dgm:cxn modelId="{8927E6D3-F1E2-F44A-A699-BE1045530796}" type="presParOf" srcId="{0C8A166F-A3A6-8E4B-9D8E-2852AF5F73D6}" destId="{E89C49F7-D136-404D-8F84-9031CC7A7CD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F717C8-875D-4EE6-9328-667825F961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0B95CEB-034C-48AE-993A-D8FFE6955AD9}">
      <dgm:prSet/>
      <dgm:spPr/>
      <dgm:t>
        <a:bodyPr/>
        <a:lstStyle/>
        <a:p>
          <a:r>
            <a:rPr lang="en-US"/>
            <a:t>Some pros include reduction of bias that may come from an in-person provider</a:t>
          </a:r>
        </a:p>
      </dgm:t>
    </dgm:pt>
    <dgm:pt modelId="{53E4C708-3D8F-46D6-B7EC-B451FCD33284}" type="parTrans" cxnId="{8EF1FFEE-BC18-49B5-9296-13EB8D30AC65}">
      <dgm:prSet/>
      <dgm:spPr/>
      <dgm:t>
        <a:bodyPr/>
        <a:lstStyle/>
        <a:p>
          <a:endParaRPr lang="en-US"/>
        </a:p>
      </dgm:t>
    </dgm:pt>
    <dgm:pt modelId="{ACEFDBA8-7453-422C-B237-03FEA438A801}" type="sibTrans" cxnId="{8EF1FFEE-BC18-49B5-9296-13EB8D30AC65}">
      <dgm:prSet/>
      <dgm:spPr/>
      <dgm:t>
        <a:bodyPr/>
        <a:lstStyle/>
        <a:p>
          <a:endParaRPr lang="en-US"/>
        </a:p>
      </dgm:t>
    </dgm:pt>
    <dgm:pt modelId="{652BB05C-9F99-45E3-BBC7-4E9156B15FD2}">
      <dgm:prSet/>
      <dgm:spPr/>
      <dgm:t>
        <a:bodyPr/>
        <a:lstStyle/>
        <a:p>
          <a:r>
            <a:rPr lang="en-US"/>
            <a:t>AI chat bots can act as a digital companion offering 24/7 support</a:t>
          </a:r>
        </a:p>
      </dgm:t>
    </dgm:pt>
    <dgm:pt modelId="{E6E7BCC7-53E1-43E9-85A8-5BB260728784}" type="parTrans" cxnId="{AE802DC8-42F9-41B5-B776-EC5B006327C2}">
      <dgm:prSet/>
      <dgm:spPr/>
      <dgm:t>
        <a:bodyPr/>
        <a:lstStyle/>
        <a:p>
          <a:endParaRPr lang="en-US"/>
        </a:p>
      </dgm:t>
    </dgm:pt>
    <dgm:pt modelId="{831C72C5-5B11-4785-986C-A30E2790B051}" type="sibTrans" cxnId="{AE802DC8-42F9-41B5-B776-EC5B006327C2}">
      <dgm:prSet/>
      <dgm:spPr/>
      <dgm:t>
        <a:bodyPr/>
        <a:lstStyle/>
        <a:p>
          <a:endParaRPr lang="en-US"/>
        </a:p>
      </dgm:t>
    </dgm:pt>
    <dgm:pt modelId="{BE71B501-7035-4E88-929D-A056EB05D9A2}">
      <dgm:prSet/>
      <dgm:spPr/>
      <dgm:t>
        <a:bodyPr/>
        <a:lstStyle/>
        <a:p>
          <a:r>
            <a:rPr lang="en-US"/>
            <a:t>They can simulate empathy and a nonjudgemental outlook on given situations</a:t>
          </a:r>
        </a:p>
      </dgm:t>
    </dgm:pt>
    <dgm:pt modelId="{4C23C65C-C729-4986-9CD0-3F6906666133}" type="parTrans" cxnId="{876A7583-311D-4798-9A79-BF830BA1DE6F}">
      <dgm:prSet/>
      <dgm:spPr/>
      <dgm:t>
        <a:bodyPr/>
        <a:lstStyle/>
        <a:p>
          <a:endParaRPr lang="en-US"/>
        </a:p>
      </dgm:t>
    </dgm:pt>
    <dgm:pt modelId="{A5E346CB-35D5-487E-AE57-0ECE2CEA77D3}" type="sibTrans" cxnId="{876A7583-311D-4798-9A79-BF830BA1DE6F}">
      <dgm:prSet/>
      <dgm:spPr/>
      <dgm:t>
        <a:bodyPr/>
        <a:lstStyle/>
        <a:p>
          <a:endParaRPr lang="en-US"/>
        </a:p>
      </dgm:t>
    </dgm:pt>
    <dgm:pt modelId="{157DB211-A41F-4CF0-A99D-D90D3DECE687}">
      <dgm:prSet/>
      <dgm:spPr/>
      <dgm:t>
        <a:bodyPr/>
        <a:lstStyle/>
        <a:p>
          <a:r>
            <a:rPr lang="en-US"/>
            <a:t>Users may feel understood and feel comfortable to share sensitive personal information</a:t>
          </a:r>
        </a:p>
      </dgm:t>
    </dgm:pt>
    <dgm:pt modelId="{4D556706-BDAE-48C3-9206-DFB173BBD07C}" type="parTrans" cxnId="{05196320-4597-4F12-BB99-1F9905BCADF7}">
      <dgm:prSet/>
      <dgm:spPr/>
      <dgm:t>
        <a:bodyPr/>
        <a:lstStyle/>
        <a:p>
          <a:endParaRPr lang="en-US"/>
        </a:p>
      </dgm:t>
    </dgm:pt>
    <dgm:pt modelId="{3B6C091B-FD29-4ADD-88AA-BA585CC8435B}" type="sibTrans" cxnId="{05196320-4597-4F12-BB99-1F9905BCADF7}">
      <dgm:prSet/>
      <dgm:spPr/>
      <dgm:t>
        <a:bodyPr/>
        <a:lstStyle/>
        <a:p>
          <a:endParaRPr lang="en-US"/>
        </a:p>
      </dgm:t>
    </dgm:pt>
    <dgm:pt modelId="{81F31953-52C1-4E0D-ABD4-A4D30CF3C626}" type="pres">
      <dgm:prSet presAssocID="{D3F717C8-875D-4EE6-9328-667825F96185}" presName="root" presStyleCnt="0">
        <dgm:presLayoutVars>
          <dgm:dir/>
          <dgm:resizeHandles val="exact"/>
        </dgm:presLayoutVars>
      </dgm:prSet>
      <dgm:spPr/>
    </dgm:pt>
    <dgm:pt modelId="{7985A454-6DAB-41F1-8FAD-62A07B34F636}" type="pres">
      <dgm:prSet presAssocID="{B0B95CEB-034C-48AE-993A-D8FFE6955AD9}" presName="compNode" presStyleCnt="0"/>
      <dgm:spPr/>
    </dgm:pt>
    <dgm:pt modelId="{F7F27009-41A0-4A73-A327-D3B88C5B0B3C}" type="pres">
      <dgm:prSet presAssocID="{B0B95CEB-034C-48AE-993A-D8FFE6955AD9}" presName="bgRect" presStyleLbl="bgShp" presStyleIdx="0" presStyleCnt="4"/>
      <dgm:spPr/>
    </dgm:pt>
    <dgm:pt modelId="{FD812195-C898-4727-8D05-EE93C6CC54AD}" type="pres">
      <dgm:prSet presAssocID="{B0B95CEB-034C-48AE-993A-D8FFE6955AD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5DECCD55-45E2-4603-A14C-C746E155DD94}" type="pres">
      <dgm:prSet presAssocID="{B0B95CEB-034C-48AE-993A-D8FFE6955AD9}" presName="spaceRect" presStyleCnt="0"/>
      <dgm:spPr/>
    </dgm:pt>
    <dgm:pt modelId="{BC6239C0-4CC3-4CA6-9167-65CA5C0B6CFC}" type="pres">
      <dgm:prSet presAssocID="{B0B95CEB-034C-48AE-993A-D8FFE6955AD9}" presName="parTx" presStyleLbl="revTx" presStyleIdx="0" presStyleCnt="4">
        <dgm:presLayoutVars>
          <dgm:chMax val="0"/>
          <dgm:chPref val="0"/>
        </dgm:presLayoutVars>
      </dgm:prSet>
      <dgm:spPr/>
    </dgm:pt>
    <dgm:pt modelId="{18CDF572-C71C-4484-9EB4-4AF39AE3F4A5}" type="pres">
      <dgm:prSet presAssocID="{ACEFDBA8-7453-422C-B237-03FEA438A801}" presName="sibTrans" presStyleCnt="0"/>
      <dgm:spPr/>
    </dgm:pt>
    <dgm:pt modelId="{40A41B15-9FAD-481C-A165-083A0D85AF42}" type="pres">
      <dgm:prSet presAssocID="{652BB05C-9F99-45E3-BBC7-4E9156B15FD2}" presName="compNode" presStyleCnt="0"/>
      <dgm:spPr/>
    </dgm:pt>
    <dgm:pt modelId="{90CE2D57-F1F9-4649-B361-5F00BC31BAE2}" type="pres">
      <dgm:prSet presAssocID="{652BB05C-9F99-45E3-BBC7-4E9156B15FD2}" presName="bgRect" presStyleLbl="bgShp" presStyleIdx="1" presStyleCnt="4"/>
      <dgm:spPr/>
    </dgm:pt>
    <dgm:pt modelId="{C5C824DD-4872-4E51-8758-1F848EF1B772}" type="pres">
      <dgm:prSet presAssocID="{652BB05C-9F99-45E3-BBC7-4E9156B15FD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4D0019B9-67E1-42E9-B9DE-E399EA800F5A}" type="pres">
      <dgm:prSet presAssocID="{652BB05C-9F99-45E3-BBC7-4E9156B15FD2}" presName="spaceRect" presStyleCnt="0"/>
      <dgm:spPr/>
    </dgm:pt>
    <dgm:pt modelId="{50DA2E5D-3C22-4481-925A-61C9EC344218}" type="pres">
      <dgm:prSet presAssocID="{652BB05C-9F99-45E3-BBC7-4E9156B15FD2}" presName="parTx" presStyleLbl="revTx" presStyleIdx="1" presStyleCnt="4">
        <dgm:presLayoutVars>
          <dgm:chMax val="0"/>
          <dgm:chPref val="0"/>
        </dgm:presLayoutVars>
      </dgm:prSet>
      <dgm:spPr/>
    </dgm:pt>
    <dgm:pt modelId="{BA7B846D-1FEF-4158-B614-BFD710278CE2}" type="pres">
      <dgm:prSet presAssocID="{831C72C5-5B11-4785-986C-A30E2790B051}" presName="sibTrans" presStyleCnt="0"/>
      <dgm:spPr/>
    </dgm:pt>
    <dgm:pt modelId="{BEBD8E35-D48E-4945-9806-93D0788DBE08}" type="pres">
      <dgm:prSet presAssocID="{BE71B501-7035-4E88-929D-A056EB05D9A2}" presName="compNode" presStyleCnt="0"/>
      <dgm:spPr/>
    </dgm:pt>
    <dgm:pt modelId="{C3F4F1E8-F047-4F4F-AE45-D5153E38D43F}" type="pres">
      <dgm:prSet presAssocID="{BE71B501-7035-4E88-929D-A056EB05D9A2}" presName="bgRect" presStyleLbl="bgShp" presStyleIdx="2" presStyleCnt="4"/>
      <dgm:spPr/>
    </dgm:pt>
    <dgm:pt modelId="{397F1069-3DDF-4A37-91AC-FA8DA648B49F}" type="pres">
      <dgm:prSet presAssocID="{BE71B501-7035-4E88-929D-A056EB05D9A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92D26B6-E45A-4A6C-B4C3-B7C90A8DF0F3}" type="pres">
      <dgm:prSet presAssocID="{BE71B501-7035-4E88-929D-A056EB05D9A2}" presName="spaceRect" presStyleCnt="0"/>
      <dgm:spPr/>
    </dgm:pt>
    <dgm:pt modelId="{03254C13-4BE1-4846-BA85-46E673A1374E}" type="pres">
      <dgm:prSet presAssocID="{BE71B501-7035-4E88-929D-A056EB05D9A2}" presName="parTx" presStyleLbl="revTx" presStyleIdx="2" presStyleCnt="4">
        <dgm:presLayoutVars>
          <dgm:chMax val="0"/>
          <dgm:chPref val="0"/>
        </dgm:presLayoutVars>
      </dgm:prSet>
      <dgm:spPr/>
    </dgm:pt>
    <dgm:pt modelId="{E09B036F-7BD2-4CE7-83FB-72E0D576CE11}" type="pres">
      <dgm:prSet presAssocID="{A5E346CB-35D5-487E-AE57-0ECE2CEA77D3}" presName="sibTrans" presStyleCnt="0"/>
      <dgm:spPr/>
    </dgm:pt>
    <dgm:pt modelId="{36810063-CECD-42D2-BF1E-7D0D8C9B4C3C}" type="pres">
      <dgm:prSet presAssocID="{157DB211-A41F-4CF0-A99D-D90D3DECE687}" presName="compNode" presStyleCnt="0"/>
      <dgm:spPr/>
    </dgm:pt>
    <dgm:pt modelId="{99087C8E-9139-4188-9963-8F63B0162ABD}" type="pres">
      <dgm:prSet presAssocID="{157DB211-A41F-4CF0-A99D-D90D3DECE687}" presName="bgRect" presStyleLbl="bgShp" presStyleIdx="3" presStyleCnt="4"/>
      <dgm:spPr/>
    </dgm:pt>
    <dgm:pt modelId="{6034D52F-D274-4D60-84EF-87BAC4744231}" type="pres">
      <dgm:prSet presAssocID="{157DB211-A41F-4CF0-A99D-D90D3DECE68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A70479E-3CCA-44A1-88F8-2CA73348DA3C}" type="pres">
      <dgm:prSet presAssocID="{157DB211-A41F-4CF0-A99D-D90D3DECE687}" presName="spaceRect" presStyleCnt="0"/>
      <dgm:spPr/>
    </dgm:pt>
    <dgm:pt modelId="{BD14593D-2A05-4F57-931E-CA394012BC7E}" type="pres">
      <dgm:prSet presAssocID="{157DB211-A41F-4CF0-A99D-D90D3DECE68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ACCA006-51CE-47D3-810B-AAB5B54D60D3}" type="presOf" srcId="{157DB211-A41F-4CF0-A99D-D90D3DECE687}" destId="{BD14593D-2A05-4F57-931E-CA394012BC7E}" srcOrd="0" destOrd="0" presId="urn:microsoft.com/office/officeart/2018/2/layout/IconVerticalSolidList"/>
    <dgm:cxn modelId="{05196320-4597-4F12-BB99-1F9905BCADF7}" srcId="{D3F717C8-875D-4EE6-9328-667825F96185}" destId="{157DB211-A41F-4CF0-A99D-D90D3DECE687}" srcOrd="3" destOrd="0" parTransId="{4D556706-BDAE-48C3-9206-DFB173BBD07C}" sibTransId="{3B6C091B-FD29-4ADD-88AA-BA585CC8435B}"/>
    <dgm:cxn modelId="{3E464F3C-ED26-4C26-9084-B780D80A68B9}" type="presOf" srcId="{B0B95CEB-034C-48AE-993A-D8FFE6955AD9}" destId="{BC6239C0-4CC3-4CA6-9167-65CA5C0B6CFC}" srcOrd="0" destOrd="0" presId="urn:microsoft.com/office/officeart/2018/2/layout/IconVerticalSolidList"/>
    <dgm:cxn modelId="{9D13197E-567E-47CC-A923-336A2462754F}" type="presOf" srcId="{BE71B501-7035-4E88-929D-A056EB05D9A2}" destId="{03254C13-4BE1-4846-BA85-46E673A1374E}" srcOrd="0" destOrd="0" presId="urn:microsoft.com/office/officeart/2018/2/layout/IconVerticalSolidList"/>
    <dgm:cxn modelId="{876A7583-311D-4798-9A79-BF830BA1DE6F}" srcId="{D3F717C8-875D-4EE6-9328-667825F96185}" destId="{BE71B501-7035-4E88-929D-A056EB05D9A2}" srcOrd="2" destOrd="0" parTransId="{4C23C65C-C729-4986-9CD0-3F6906666133}" sibTransId="{A5E346CB-35D5-487E-AE57-0ECE2CEA77D3}"/>
    <dgm:cxn modelId="{581A3AA5-2342-4993-A1D5-28F332FB16D4}" type="presOf" srcId="{652BB05C-9F99-45E3-BBC7-4E9156B15FD2}" destId="{50DA2E5D-3C22-4481-925A-61C9EC344218}" srcOrd="0" destOrd="0" presId="urn:microsoft.com/office/officeart/2018/2/layout/IconVerticalSolidList"/>
    <dgm:cxn modelId="{AE802DC8-42F9-41B5-B776-EC5B006327C2}" srcId="{D3F717C8-875D-4EE6-9328-667825F96185}" destId="{652BB05C-9F99-45E3-BBC7-4E9156B15FD2}" srcOrd="1" destOrd="0" parTransId="{E6E7BCC7-53E1-43E9-85A8-5BB260728784}" sibTransId="{831C72C5-5B11-4785-986C-A30E2790B051}"/>
    <dgm:cxn modelId="{F81A37D0-130B-4F95-9299-DD902E541660}" type="presOf" srcId="{D3F717C8-875D-4EE6-9328-667825F96185}" destId="{81F31953-52C1-4E0D-ABD4-A4D30CF3C626}" srcOrd="0" destOrd="0" presId="urn:microsoft.com/office/officeart/2018/2/layout/IconVerticalSolidList"/>
    <dgm:cxn modelId="{8EF1FFEE-BC18-49B5-9296-13EB8D30AC65}" srcId="{D3F717C8-875D-4EE6-9328-667825F96185}" destId="{B0B95CEB-034C-48AE-993A-D8FFE6955AD9}" srcOrd="0" destOrd="0" parTransId="{53E4C708-3D8F-46D6-B7EC-B451FCD33284}" sibTransId="{ACEFDBA8-7453-422C-B237-03FEA438A801}"/>
    <dgm:cxn modelId="{83C934A5-0784-49C3-B881-89365F356D81}" type="presParOf" srcId="{81F31953-52C1-4E0D-ABD4-A4D30CF3C626}" destId="{7985A454-6DAB-41F1-8FAD-62A07B34F636}" srcOrd="0" destOrd="0" presId="urn:microsoft.com/office/officeart/2018/2/layout/IconVerticalSolidList"/>
    <dgm:cxn modelId="{77ACD127-2B21-4B88-A703-0E0462AFB548}" type="presParOf" srcId="{7985A454-6DAB-41F1-8FAD-62A07B34F636}" destId="{F7F27009-41A0-4A73-A327-D3B88C5B0B3C}" srcOrd="0" destOrd="0" presId="urn:microsoft.com/office/officeart/2018/2/layout/IconVerticalSolidList"/>
    <dgm:cxn modelId="{01802412-89E8-400A-B3F0-1BBF5BAD095F}" type="presParOf" srcId="{7985A454-6DAB-41F1-8FAD-62A07B34F636}" destId="{FD812195-C898-4727-8D05-EE93C6CC54AD}" srcOrd="1" destOrd="0" presId="urn:microsoft.com/office/officeart/2018/2/layout/IconVerticalSolidList"/>
    <dgm:cxn modelId="{544B31E5-BDB0-4A67-BA99-B3F4FADF9C4D}" type="presParOf" srcId="{7985A454-6DAB-41F1-8FAD-62A07B34F636}" destId="{5DECCD55-45E2-4603-A14C-C746E155DD94}" srcOrd="2" destOrd="0" presId="urn:microsoft.com/office/officeart/2018/2/layout/IconVerticalSolidList"/>
    <dgm:cxn modelId="{0508ED0F-2F6E-4065-AECD-D0768FA0A2FE}" type="presParOf" srcId="{7985A454-6DAB-41F1-8FAD-62A07B34F636}" destId="{BC6239C0-4CC3-4CA6-9167-65CA5C0B6CFC}" srcOrd="3" destOrd="0" presId="urn:microsoft.com/office/officeart/2018/2/layout/IconVerticalSolidList"/>
    <dgm:cxn modelId="{AE318DF0-B6B4-4401-91C6-14EC447611BF}" type="presParOf" srcId="{81F31953-52C1-4E0D-ABD4-A4D30CF3C626}" destId="{18CDF572-C71C-4484-9EB4-4AF39AE3F4A5}" srcOrd="1" destOrd="0" presId="urn:microsoft.com/office/officeart/2018/2/layout/IconVerticalSolidList"/>
    <dgm:cxn modelId="{DB82A13C-C4F2-418A-822E-E3E56EEAF955}" type="presParOf" srcId="{81F31953-52C1-4E0D-ABD4-A4D30CF3C626}" destId="{40A41B15-9FAD-481C-A165-083A0D85AF42}" srcOrd="2" destOrd="0" presId="urn:microsoft.com/office/officeart/2018/2/layout/IconVerticalSolidList"/>
    <dgm:cxn modelId="{DD609A86-DBA0-4176-881C-AEFCD2857DEE}" type="presParOf" srcId="{40A41B15-9FAD-481C-A165-083A0D85AF42}" destId="{90CE2D57-F1F9-4649-B361-5F00BC31BAE2}" srcOrd="0" destOrd="0" presId="urn:microsoft.com/office/officeart/2018/2/layout/IconVerticalSolidList"/>
    <dgm:cxn modelId="{A5AACC5D-4E9F-45CD-B29F-E5E8AEA3BCB9}" type="presParOf" srcId="{40A41B15-9FAD-481C-A165-083A0D85AF42}" destId="{C5C824DD-4872-4E51-8758-1F848EF1B772}" srcOrd="1" destOrd="0" presId="urn:microsoft.com/office/officeart/2018/2/layout/IconVerticalSolidList"/>
    <dgm:cxn modelId="{E3F3A5E1-6039-4B6D-A477-D4593CB12E06}" type="presParOf" srcId="{40A41B15-9FAD-481C-A165-083A0D85AF42}" destId="{4D0019B9-67E1-42E9-B9DE-E399EA800F5A}" srcOrd="2" destOrd="0" presId="urn:microsoft.com/office/officeart/2018/2/layout/IconVerticalSolidList"/>
    <dgm:cxn modelId="{CAFCCB91-312D-46DB-825A-12B10A2EE815}" type="presParOf" srcId="{40A41B15-9FAD-481C-A165-083A0D85AF42}" destId="{50DA2E5D-3C22-4481-925A-61C9EC344218}" srcOrd="3" destOrd="0" presId="urn:microsoft.com/office/officeart/2018/2/layout/IconVerticalSolidList"/>
    <dgm:cxn modelId="{ADAF1C0C-6281-4FBD-A3CE-BF23CC5E0C44}" type="presParOf" srcId="{81F31953-52C1-4E0D-ABD4-A4D30CF3C626}" destId="{BA7B846D-1FEF-4158-B614-BFD710278CE2}" srcOrd="3" destOrd="0" presId="urn:microsoft.com/office/officeart/2018/2/layout/IconVerticalSolidList"/>
    <dgm:cxn modelId="{9EB52272-7E23-469E-BB92-A212C95A09F7}" type="presParOf" srcId="{81F31953-52C1-4E0D-ABD4-A4D30CF3C626}" destId="{BEBD8E35-D48E-4945-9806-93D0788DBE08}" srcOrd="4" destOrd="0" presId="urn:microsoft.com/office/officeart/2018/2/layout/IconVerticalSolidList"/>
    <dgm:cxn modelId="{9972304B-B8D8-46EB-82E5-50B86FEB7834}" type="presParOf" srcId="{BEBD8E35-D48E-4945-9806-93D0788DBE08}" destId="{C3F4F1E8-F047-4F4F-AE45-D5153E38D43F}" srcOrd="0" destOrd="0" presId="urn:microsoft.com/office/officeart/2018/2/layout/IconVerticalSolidList"/>
    <dgm:cxn modelId="{E1B8478E-692D-48DF-AE46-DF45F6708300}" type="presParOf" srcId="{BEBD8E35-D48E-4945-9806-93D0788DBE08}" destId="{397F1069-3DDF-4A37-91AC-FA8DA648B49F}" srcOrd="1" destOrd="0" presId="urn:microsoft.com/office/officeart/2018/2/layout/IconVerticalSolidList"/>
    <dgm:cxn modelId="{A263D33B-90AF-4BB7-BF86-5031D950BA00}" type="presParOf" srcId="{BEBD8E35-D48E-4945-9806-93D0788DBE08}" destId="{892D26B6-E45A-4A6C-B4C3-B7C90A8DF0F3}" srcOrd="2" destOrd="0" presId="urn:microsoft.com/office/officeart/2018/2/layout/IconVerticalSolidList"/>
    <dgm:cxn modelId="{3141C81A-B3D6-426B-83DC-D1B54CB8BD8A}" type="presParOf" srcId="{BEBD8E35-D48E-4945-9806-93D0788DBE08}" destId="{03254C13-4BE1-4846-BA85-46E673A1374E}" srcOrd="3" destOrd="0" presId="urn:microsoft.com/office/officeart/2018/2/layout/IconVerticalSolidList"/>
    <dgm:cxn modelId="{65132A31-7082-45AF-9E08-053BCC2845D4}" type="presParOf" srcId="{81F31953-52C1-4E0D-ABD4-A4D30CF3C626}" destId="{E09B036F-7BD2-4CE7-83FB-72E0D576CE11}" srcOrd="5" destOrd="0" presId="urn:microsoft.com/office/officeart/2018/2/layout/IconVerticalSolidList"/>
    <dgm:cxn modelId="{4917FB01-2BC4-4CB0-97DD-0CEF173CD23F}" type="presParOf" srcId="{81F31953-52C1-4E0D-ABD4-A4D30CF3C626}" destId="{36810063-CECD-42D2-BF1E-7D0D8C9B4C3C}" srcOrd="6" destOrd="0" presId="urn:microsoft.com/office/officeart/2018/2/layout/IconVerticalSolidList"/>
    <dgm:cxn modelId="{221889A8-F87E-4F08-BB79-73CFDE227E2B}" type="presParOf" srcId="{36810063-CECD-42D2-BF1E-7D0D8C9B4C3C}" destId="{99087C8E-9139-4188-9963-8F63B0162ABD}" srcOrd="0" destOrd="0" presId="urn:microsoft.com/office/officeart/2018/2/layout/IconVerticalSolidList"/>
    <dgm:cxn modelId="{97625E18-40FA-496F-ADCC-8365B4D8827C}" type="presParOf" srcId="{36810063-CECD-42D2-BF1E-7D0D8C9B4C3C}" destId="{6034D52F-D274-4D60-84EF-87BAC4744231}" srcOrd="1" destOrd="0" presId="urn:microsoft.com/office/officeart/2018/2/layout/IconVerticalSolidList"/>
    <dgm:cxn modelId="{9FDDC7BB-41C6-4C42-8D74-0FC9816CBA8C}" type="presParOf" srcId="{36810063-CECD-42D2-BF1E-7D0D8C9B4C3C}" destId="{FA70479E-3CCA-44A1-88F8-2CA73348DA3C}" srcOrd="2" destOrd="0" presId="urn:microsoft.com/office/officeart/2018/2/layout/IconVerticalSolidList"/>
    <dgm:cxn modelId="{D05CC7C1-FA57-4256-B92F-3965761582A9}" type="presParOf" srcId="{36810063-CECD-42D2-BF1E-7D0D8C9B4C3C}" destId="{BD14593D-2A05-4F57-931E-CA394012BC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7B5A52-A259-497F-A0D3-190C5ACEC33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C34FA5-3BB0-4D24-8F89-79A66CCEC3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Diagnosis and screening	</a:t>
          </a:r>
        </a:p>
      </dgm:t>
    </dgm:pt>
    <dgm:pt modelId="{661A673C-E9A7-4E5E-8256-84BB61C1CBA5}" type="parTrans" cxnId="{CAE453ED-C691-4B85-A1CE-DAB7053E8332}">
      <dgm:prSet/>
      <dgm:spPr/>
      <dgm:t>
        <a:bodyPr/>
        <a:lstStyle/>
        <a:p>
          <a:endParaRPr lang="en-US"/>
        </a:p>
      </dgm:t>
    </dgm:pt>
    <dgm:pt modelId="{1C657BB5-11C9-46F9-873B-9FE9DBCD403A}" type="sibTrans" cxnId="{CAE453ED-C691-4B85-A1CE-DAB7053E8332}">
      <dgm:prSet/>
      <dgm:spPr/>
      <dgm:t>
        <a:bodyPr/>
        <a:lstStyle/>
        <a:p>
          <a:endParaRPr lang="en-US"/>
        </a:p>
      </dgm:t>
    </dgm:pt>
    <dgm:pt modelId="{C2802C93-8F0E-438C-8711-39C06BCEF2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24/7 therapeutic support</a:t>
          </a:r>
        </a:p>
      </dgm:t>
    </dgm:pt>
    <dgm:pt modelId="{2831D126-64B5-4399-9F46-EC196F360C37}" type="parTrans" cxnId="{2D7DA921-1A4E-4C2C-A1A7-6E94EF3AFD82}">
      <dgm:prSet/>
      <dgm:spPr/>
      <dgm:t>
        <a:bodyPr/>
        <a:lstStyle/>
        <a:p>
          <a:endParaRPr lang="en-US"/>
        </a:p>
      </dgm:t>
    </dgm:pt>
    <dgm:pt modelId="{307F0E90-4944-40D4-A1CA-9BFEC65D0807}" type="sibTrans" cxnId="{2D7DA921-1A4E-4C2C-A1A7-6E94EF3AFD82}">
      <dgm:prSet/>
      <dgm:spPr/>
      <dgm:t>
        <a:bodyPr/>
        <a:lstStyle/>
        <a:p>
          <a:endParaRPr lang="en-US"/>
        </a:p>
      </dgm:t>
    </dgm:pt>
    <dgm:pt modelId="{F08E0005-5C12-42BB-B004-DA101590A2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Administrative efficiency</a:t>
          </a:r>
        </a:p>
      </dgm:t>
    </dgm:pt>
    <dgm:pt modelId="{28D254BD-A066-44BB-971F-85EA2418889A}" type="parTrans" cxnId="{F7E9B42D-A030-4AB7-A627-EBF49F275AA8}">
      <dgm:prSet/>
      <dgm:spPr/>
      <dgm:t>
        <a:bodyPr/>
        <a:lstStyle/>
        <a:p>
          <a:endParaRPr lang="en-US"/>
        </a:p>
      </dgm:t>
    </dgm:pt>
    <dgm:pt modelId="{3788BE73-827E-436B-BF69-F40BC6473167}" type="sibTrans" cxnId="{F7E9B42D-A030-4AB7-A627-EBF49F275AA8}">
      <dgm:prSet/>
      <dgm:spPr/>
      <dgm:t>
        <a:bodyPr/>
        <a:lstStyle/>
        <a:p>
          <a:endParaRPr lang="en-US"/>
        </a:p>
      </dgm:t>
    </dgm:pt>
    <dgm:pt modelId="{A0A5A872-9E70-4CD5-B574-3163FA2584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Predictive modeling</a:t>
          </a:r>
        </a:p>
      </dgm:t>
    </dgm:pt>
    <dgm:pt modelId="{D2C833D5-6863-4C81-83A9-F7B508F218D5}" type="parTrans" cxnId="{719E0EF6-FE53-4EFC-A63E-8565E6D10CD7}">
      <dgm:prSet/>
      <dgm:spPr/>
      <dgm:t>
        <a:bodyPr/>
        <a:lstStyle/>
        <a:p>
          <a:endParaRPr lang="en-US"/>
        </a:p>
      </dgm:t>
    </dgm:pt>
    <dgm:pt modelId="{089377CD-665F-44FC-A494-E8CB46AC06C1}" type="sibTrans" cxnId="{719E0EF6-FE53-4EFC-A63E-8565E6D10CD7}">
      <dgm:prSet/>
      <dgm:spPr/>
      <dgm:t>
        <a:bodyPr/>
        <a:lstStyle/>
        <a:p>
          <a:endParaRPr lang="en-US"/>
        </a:p>
      </dgm:t>
    </dgm:pt>
    <dgm:pt modelId="{FC349AE1-6E3E-4FF3-85B6-5C3F20C72481}" type="pres">
      <dgm:prSet presAssocID="{2E7B5A52-A259-497F-A0D3-190C5ACEC334}" presName="root" presStyleCnt="0">
        <dgm:presLayoutVars>
          <dgm:dir/>
          <dgm:resizeHandles val="exact"/>
        </dgm:presLayoutVars>
      </dgm:prSet>
      <dgm:spPr/>
    </dgm:pt>
    <dgm:pt modelId="{658987D6-D0E2-40DD-85C2-B2D85DEF5B5E}" type="pres">
      <dgm:prSet presAssocID="{7CC34FA5-3BB0-4D24-8F89-79A66CCEC3BA}" presName="compNode" presStyleCnt="0"/>
      <dgm:spPr/>
    </dgm:pt>
    <dgm:pt modelId="{D9674D67-C6BD-4ECD-94DC-65164FB80D7F}" type="pres">
      <dgm:prSet presAssocID="{7CC34FA5-3BB0-4D24-8F89-79A66CCEC3B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26AB50F2-D55E-418D-BC1F-B9F59E267F24}" type="pres">
      <dgm:prSet presAssocID="{7CC34FA5-3BB0-4D24-8F89-79A66CCEC3BA}" presName="spaceRect" presStyleCnt="0"/>
      <dgm:spPr/>
    </dgm:pt>
    <dgm:pt modelId="{6BC6D6D0-EB20-4ED5-B317-465A9572463D}" type="pres">
      <dgm:prSet presAssocID="{7CC34FA5-3BB0-4D24-8F89-79A66CCEC3BA}" presName="textRect" presStyleLbl="revTx" presStyleIdx="0" presStyleCnt="4">
        <dgm:presLayoutVars>
          <dgm:chMax val="1"/>
          <dgm:chPref val="1"/>
        </dgm:presLayoutVars>
      </dgm:prSet>
      <dgm:spPr/>
    </dgm:pt>
    <dgm:pt modelId="{EF1F0BE4-AB9D-4113-ACFB-7EDF731E637D}" type="pres">
      <dgm:prSet presAssocID="{1C657BB5-11C9-46F9-873B-9FE9DBCD403A}" presName="sibTrans" presStyleCnt="0"/>
      <dgm:spPr/>
    </dgm:pt>
    <dgm:pt modelId="{C319736A-9A61-46E6-A850-49DC5F15A65F}" type="pres">
      <dgm:prSet presAssocID="{C2802C93-8F0E-438C-8711-39C06BCEF2E3}" presName="compNode" presStyleCnt="0"/>
      <dgm:spPr/>
    </dgm:pt>
    <dgm:pt modelId="{517CEC5B-1A70-4E42-89CA-2D61ABA5F563}" type="pres">
      <dgm:prSet presAssocID="{C2802C93-8F0E-438C-8711-39C06BCEF2E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FF42E1EB-5560-4B10-83AD-9013F28A9F74}" type="pres">
      <dgm:prSet presAssocID="{C2802C93-8F0E-438C-8711-39C06BCEF2E3}" presName="spaceRect" presStyleCnt="0"/>
      <dgm:spPr/>
    </dgm:pt>
    <dgm:pt modelId="{EC6054E4-A79C-4D44-82C2-5894FDBFC479}" type="pres">
      <dgm:prSet presAssocID="{C2802C93-8F0E-438C-8711-39C06BCEF2E3}" presName="textRect" presStyleLbl="revTx" presStyleIdx="1" presStyleCnt="4">
        <dgm:presLayoutVars>
          <dgm:chMax val="1"/>
          <dgm:chPref val="1"/>
        </dgm:presLayoutVars>
      </dgm:prSet>
      <dgm:spPr/>
    </dgm:pt>
    <dgm:pt modelId="{ED21621A-DA6B-4C29-B6CC-F30BC635148E}" type="pres">
      <dgm:prSet presAssocID="{307F0E90-4944-40D4-A1CA-9BFEC65D0807}" presName="sibTrans" presStyleCnt="0"/>
      <dgm:spPr/>
    </dgm:pt>
    <dgm:pt modelId="{4B2D4CCA-B93A-45EB-9A5E-9D62F3ECAB4D}" type="pres">
      <dgm:prSet presAssocID="{F08E0005-5C12-42BB-B004-DA101590A279}" presName="compNode" presStyleCnt="0"/>
      <dgm:spPr/>
    </dgm:pt>
    <dgm:pt modelId="{3D7B8A8E-5865-4402-B68F-A53750BF0B5E}" type="pres">
      <dgm:prSet presAssocID="{F08E0005-5C12-42BB-B004-DA101590A27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27D1C3B-DEAA-4C1D-B011-C985759818C8}" type="pres">
      <dgm:prSet presAssocID="{F08E0005-5C12-42BB-B004-DA101590A279}" presName="spaceRect" presStyleCnt="0"/>
      <dgm:spPr/>
    </dgm:pt>
    <dgm:pt modelId="{5CB53A32-882B-4BCD-90D8-AE0FCC0FED2A}" type="pres">
      <dgm:prSet presAssocID="{F08E0005-5C12-42BB-B004-DA101590A279}" presName="textRect" presStyleLbl="revTx" presStyleIdx="2" presStyleCnt="4">
        <dgm:presLayoutVars>
          <dgm:chMax val="1"/>
          <dgm:chPref val="1"/>
        </dgm:presLayoutVars>
      </dgm:prSet>
      <dgm:spPr/>
    </dgm:pt>
    <dgm:pt modelId="{AC14447E-1E00-46CC-A83D-217B26946DA5}" type="pres">
      <dgm:prSet presAssocID="{3788BE73-827E-436B-BF69-F40BC6473167}" presName="sibTrans" presStyleCnt="0"/>
      <dgm:spPr/>
    </dgm:pt>
    <dgm:pt modelId="{CC33592C-A0D6-45D7-BA79-C362E84DFC06}" type="pres">
      <dgm:prSet presAssocID="{A0A5A872-9E70-4CD5-B574-3163FA2584C2}" presName="compNode" presStyleCnt="0"/>
      <dgm:spPr/>
    </dgm:pt>
    <dgm:pt modelId="{787389E6-3841-4709-89A7-1348CB415B7C}" type="pres">
      <dgm:prSet presAssocID="{A0A5A872-9E70-4CD5-B574-3163FA2584C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1C5660C-8835-4FE6-86EE-3CE7B5F6F4A6}" type="pres">
      <dgm:prSet presAssocID="{A0A5A872-9E70-4CD5-B574-3163FA2584C2}" presName="spaceRect" presStyleCnt="0"/>
      <dgm:spPr/>
    </dgm:pt>
    <dgm:pt modelId="{AE12F5C5-CFBC-432E-9564-4BB1DC388629}" type="pres">
      <dgm:prSet presAssocID="{A0A5A872-9E70-4CD5-B574-3163FA2584C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D7DA921-1A4E-4C2C-A1A7-6E94EF3AFD82}" srcId="{2E7B5A52-A259-497F-A0D3-190C5ACEC334}" destId="{C2802C93-8F0E-438C-8711-39C06BCEF2E3}" srcOrd="1" destOrd="0" parTransId="{2831D126-64B5-4399-9F46-EC196F360C37}" sibTransId="{307F0E90-4944-40D4-A1CA-9BFEC65D0807}"/>
    <dgm:cxn modelId="{F7E9B42D-A030-4AB7-A627-EBF49F275AA8}" srcId="{2E7B5A52-A259-497F-A0D3-190C5ACEC334}" destId="{F08E0005-5C12-42BB-B004-DA101590A279}" srcOrd="2" destOrd="0" parTransId="{28D254BD-A066-44BB-971F-85EA2418889A}" sibTransId="{3788BE73-827E-436B-BF69-F40BC6473167}"/>
    <dgm:cxn modelId="{2DFD3A7E-3AA6-429F-A67E-927E5AD6B482}" type="presOf" srcId="{7CC34FA5-3BB0-4D24-8F89-79A66CCEC3BA}" destId="{6BC6D6D0-EB20-4ED5-B317-465A9572463D}" srcOrd="0" destOrd="0" presId="urn:microsoft.com/office/officeart/2018/2/layout/IconLabelList"/>
    <dgm:cxn modelId="{00AB40A1-58F0-41CC-8D79-C4FA6C09F74D}" type="presOf" srcId="{2E7B5A52-A259-497F-A0D3-190C5ACEC334}" destId="{FC349AE1-6E3E-4FF3-85B6-5C3F20C72481}" srcOrd="0" destOrd="0" presId="urn:microsoft.com/office/officeart/2018/2/layout/IconLabelList"/>
    <dgm:cxn modelId="{CAE453ED-C691-4B85-A1CE-DAB7053E8332}" srcId="{2E7B5A52-A259-497F-A0D3-190C5ACEC334}" destId="{7CC34FA5-3BB0-4D24-8F89-79A66CCEC3BA}" srcOrd="0" destOrd="0" parTransId="{661A673C-E9A7-4E5E-8256-84BB61C1CBA5}" sibTransId="{1C657BB5-11C9-46F9-873B-9FE9DBCD403A}"/>
    <dgm:cxn modelId="{3A9C3EEF-78C3-4F57-A937-D85674365299}" type="presOf" srcId="{A0A5A872-9E70-4CD5-B574-3163FA2584C2}" destId="{AE12F5C5-CFBC-432E-9564-4BB1DC388629}" srcOrd="0" destOrd="0" presId="urn:microsoft.com/office/officeart/2018/2/layout/IconLabelList"/>
    <dgm:cxn modelId="{719E0EF6-FE53-4EFC-A63E-8565E6D10CD7}" srcId="{2E7B5A52-A259-497F-A0D3-190C5ACEC334}" destId="{A0A5A872-9E70-4CD5-B574-3163FA2584C2}" srcOrd="3" destOrd="0" parTransId="{D2C833D5-6863-4C81-83A9-F7B508F218D5}" sibTransId="{089377CD-665F-44FC-A494-E8CB46AC06C1}"/>
    <dgm:cxn modelId="{7C9E2FF6-693C-4853-8E2E-DCD39E60204C}" type="presOf" srcId="{C2802C93-8F0E-438C-8711-39C06BCEF2E3}" destId="{EC6054E4-A79C-4D44-82C2-5894FDBFC479}" srcOrd="0" destOrd="0" presId="urn:microsoft.com/office/officeart/2018/2/layout/IconLabelList"/>
    <dgm:cxn modelId="{077EE8FA-98C4-47EB-9234-40F6C96BBE13}" type="presOf" srcId="{F08E0005-5C12-42BB-B004-DA101590A279}" destId="{5CB53A32-882B-4BCD-90D8-AE0FCC0FED2A}" srcOrd="0" destOrd="0" presId="urn:microsoft.com/office/officeart/2018/2/layout/IconLabelList"/>
    <dgm:cxn modelId="{BDA80C98-695B-4F7F-997A-37ABCD810022}" type="presParOf" srcId="{FC349AE1-6E3E-4FF3-85B6-5C3F20C72481}" destId="{658987D6-D0E2-40DD-85C2-B2D85DEF5B5E}" srcOrd="0" destOrd="0" presId="urn:microsoft.com/office/officeart/2018/2/layout/IconLabelList"/>
    <dgm:cxn modelId="{ECE8D0A2-F9AA-4EFE-9D94-B8EFF5CAAFB7}" type="presParOf" srcId="{658987D6-D0E2-40DD-85C2-B2D85DEF5B5E}" destId="{D9674D67-C6BD-4ECD-94DC-65164FB80D7F}" srcOrd="0" destOrd="0" presId="urn:microsoft.com/office/officeart/2018/2/layout/IconLabelList"/>
    <dgm:cxn modelId="{B30A9D33-2894-4E62-AE63-EA13E8F0B173}" type="presParOf" srcId="{658987D6-D0E2-40DD-85C2-B2D85DEF5B5E}" destId="{26AB50F2-D55E-418D-BC1F-B9F59E267F24}" srcOrd="1" destOrd="0" presId="urn:microsoft.com/office/officeart/2018/2/layout/IconLabelList"/>
    <dgm:cxn modelId="{279EF37F-3CD2-4D72-A69A-172DDDECB6C5}" type="presParOf" srcId="{658987D6-D0E2-40DD-85C2-B2D85DEF5B5E}" destId="{6BC6D6D0-EB20-4ED5-B317-465A9572463D}" srcOrd="2" destOrd="0" presId="urn:microsoft.com/office/officeart/2018/2/layout/IconLabelList"/>
    <dgm:cxn modelId="{194A85F0-3E28-424D-9EB3-C4BC28218139}" type="presParOf" srcId="{FC349AE1-6E3E-4FF3-85B6-5C3F20C72481}" destId="{EF1F0BE4-AB9D-4113-ACFB-7EDF731E637D}" srcOrd="1" destOrd="0" presId="urn:microsoft.com/office/officeart/2018/2/layout/IconLabelList"/>
    <dgm:cxn modelId="{A1FFE890-2424-4C10-97EA-2B37C50100BC}" type="presParOf" srcId="{FC349AE1-6E3E-4FF3-85B6-5C3F20C72481}" destId="{C319736A-9A61-46E6-A850-49DC5F15A65F}" srcOrd="2" destOrd="0" presId="urn:microsoft.com/office/officeart/2018/2/layout/IconLabelList"/>
    <dgm:cxn modelId="{26B260FF-674C-407E-8E30-F95F2510C12F}" type="presParOf" srcId="{C319736A-9A61-46E6-A850-49DC5F15A65F}" destId="{517CEC5B-1A70-4E42-89CA-2D61ABA5F563}" srcOrd="0" destOrd="0" presId="urn:microsoft.com/office/officeart/2018/2/layout/IconLabelList"/>
    <dgm:cxn modelId="{D5293A8D-C863-4485-9D45-798913B350CC}" type="presParOf" srcId="{C319736A-9A61-46E6-A850-49DC5F15A65F}" destId="{FF42E1EB-5560-4B10-83AD-9013F28A9F74}" srcOrd="1" destOrd="0" presId="urn:microsoft.com/office/officeart/2018/2/layout/IconLabelList"/>
    <dgm:cxn modelId="{E9DDF885-BE33-4C6E-90A7-EAA473E45703}" type="presParOf" srcId="{C319736A-9A61-46E6-A850-49DC5F15A65F}" destId="{EC6054E4-A79C-4D44-82C2-5894FDBFC479}" srcOrd="2" destOrd="0" presId="urn:microsoft.com/office/officeart/2018/2/layout/IconLabelList"/>
    <dgm:cxn modelId="{77C3BE43-01CC-4AA5-BE20-A087D09D6194}" type="presParOf" srcId="{FC349AE1-6E3E-4FF3-85B6-5C3F20C72481}" destId="{ED21621A-DA6B-4C29-B6CC-F30BC635148E}" srcOrd="3" destOrd="0" presId="urn:microsoft.com/office/officeart/2018/2/layout/IconLabelList"/>
    <dgm:cxn modelId="{B0C6054D-5B09-4434-886C-799F15B5470D}" type="presParOf" srcId="{FC349AE1-6E3E-4FF3-85B6-5C3F20C72481}" destId="{4B2D4CCA-B93A-45EB-9A5E-9D62F3ECAB4D}" srcOrd="4" destOrd="0" presId="urn:microsoft.com/office/officeart/2018/2/layout/IconLabelList"/>
    <dgm:cxn modelId="{98CF1C1D-198C-4CF8-9953-AE4FDDCB01B4}" type="presParOf" srcId="{4B2D4CCA-B93A-45EB-9A5E-9D62F3ECAB4D}" destId="{3D7B8A8E-5865-4402-B68F-A53750BF0B5E}" srcOrd="0" destOrd="0" presId="urn:microsoft.com/office/officeart/2018/2/layout/IconLabelList"/>
    <dgm:cxn modelId="{F697E16E-2421-449F-B7A5-6C799AE2A984}" type="presParOf" srcId="{4B2D4CCA-B93A-45EB-9A5E-9D62F3ECAB4D}" destId="{527D1C3B-DEAA-4C1D-B011-C985759818C8}" srcOrd="1" destOrd="0" presId="urn:microsoft.com/office/officeart/2018/2/layout/IconLabelList"/>
    <dgm:cxn modelId="{991F8927-BA47-467B-9D6A-327B11A79BEA}" type="presParOf" srcId="{4B2D4CCA-B93A-45EB-9A5E-9D62F3ECAB4D}" destId="{5CB53A32-882B-4BCD-90D8-AE0FCC0FED2A}" srcOrd="2" destOrd="0" presId="urn:microsoft.com/office/officeart/2018/2/layout/IconLabelList"/>
    <dgm:cxn modelId="{AE9106FE-A367-408C-A057-E33877EB0323}" type="presParOf" srcId="{FC349AE1-6E3E-4FF3-85B6-5C3F20C72481}" destId="{AC14447E-1E00-46CC-A83D-217B26946DA5}" srcOrd="5" destOrd="0" presId="urn:microsoft.com/office/officeart/2018/2/layout/IconLabelList"/>
    <dgm:cxn modelId="{E37E1228-4AA6-47BB-9B6E-BA7CDA53750C}" type="presParOf" srcId="{FC349AE1-6E3E-4FF3-85B6-5C3F20C72481}" destId="{CC33592C-A0D6-45D7-BA79-C362E84DFC06}" srcOrd="6" destOrd="0" presId="urn:microsoft.com/office/officeart/2018/2/layout/IconLabelList"/>
    <dgm:cxn modelId="{09871851-786F-4998-A48A-530424E81ADB}" type="presParOf" srcId="{CC33592C-A0D6-45D7-BA79-C362E84DFC06}" destId="{787389E6-3841-4709-89A7-1348CB415B7C}" srcOrd="0" destOrd="0" presId="urn:microsoft.com/office/officeart/2018/2/layout/IconLabelList"/>
    <dgm:cxn modelId="{6A0B4168-C664-4E11-BC62-7486B74965EB}" type="presParOf" srcId="{CC33592C-A0D6-45D7-BA79-C362E84DFC06}" destId="{01C5660C-8835-4FE6-86EE-3CE7B5F6F4A6}" srcOrd="1" destOrd="0" presId="urn:microsoft.com/office/officeart/2018/2/layout/IconLabelList"/>
    <dgm:cxn modelId="{0412C5AD-CC73-434A-9433-8D494FC10DBC}" type="presParOf" srcId="{CC33592C-A0D6-45D7-BA79-C362E84DFC06}" destId="{AE12F5C5-CFBC-432E-9564-4BB1DC38862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06A222-B01C-4AA0-B9F2-242990DF025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10F7004-C59C-4315-89A6-EAE7E42B934A}">
      <dgm:prSet/>
      <dgm:spPr/>
      <dgm:t>
        <a:bodyPr/>
        <a:lstStyle/>
        <a:p>
          <a:r>
            <a:rPr lang="en-US"/>
            <a:t>AI is not a credentialed provider</a:t>
          </a:r>
        </a:p>
      </dgm:t>
    </dgm:pt>
    <dgm:pt modelId="{4CCFFD4C-5AA7-4E25-8CD9-FFB7373DF6AE}" type="parTrans" cxnId="{4B23D648-F8BE-4067-9A61-AFE9AB6A7863}">
      <dgm:prSet/>
      <dgm:spPr/>
      <dgm:t>
        <a:bodyPr/>
        <a:lstStyle/>
        <a:p>
          <a:endParaRPr lang="en-US"/>
        </a:p>
      </dgm:t>
    </dgm:pt>
    <dgm:pt modelId="{BFDBF3A6-B77C-4B4E-8B96-DF89894AA919}" type="sibTrans" cxnId="{4B23D648-F8BE-4067-9A61-AFE9AB6A7863}">
      <dgm:prSet/>
      <dgm:spPr/>
      <dgm:t>
        <a:bodyPr/>
        <a:lstStyle/>
        <a:p>
          <a:endParaRPr lang="en-US"/>
        </a:p>
      </dgm:t>
    </dgm:pt>
    <dgm:pt modelId="{71FF2877-419B-4460-9232-37A7678D3F94}">
      <dgm:prSet/>
      <dgm:spPr/>
      <dgm:t>
        <a:bodyPr/>
        <a:lstStyle/>
        <a:p>
          <a:r>
            <a:rPr lang="en-US"/>
            <a:t>While it has access to many reliable resources, it is still not a verified source of information</a:t>
          </a:r>
        </a:p>
      </dgm:t>
    </dgm:pt>
    <dgm:pt modelId="{5FEBB0CA-31AA-44EA-9E4C-45FB5D501614}" type="parTrans" cxnId="{A5834996-1280-4E61-A3FF-173BD3385A0F}">
      <dgm:prSet/>
      <dgm:spPr/>
      <dgm:t>
        <a:bodyPr/>
        <a:lstStyle/>
        <a:p>
          <a:endParaRPr lang="en-US"/>
        </a:p>
      </dgm:t>
    </dgm:pt>
    <dgm:pt modelId="{D3C6FC53-CEDE-420B-8723-13719739C4A0}" type="sibTrans" cxnId="{A5834996-1280-4E61-A3FF-173BD3385A0F}">
      <dgm:prSet/>
      <dgm:spPr/>
      <dgm:t>
        <a:bodyPr/>
        <a:lstStyle/>
        <a:p>
          <a:endParaRPr lang="en-US"/>
        </a:p>
      </dgm:t>
    </dgm:pt>
    <dgm:pt modelId="{28FE50E6-A220-4209-924F-EA613ED0073D}">
      <dgm:prSet/>
      <dgm:spPr/>
      <dgm:t>
        <a:bodyPr/>
        <a:lstStyle/>
        <a:p>
          <a:r>
            <a:rPr lang="en-US"/>
            <a:t>Mental health and clinical diagnosis should not be used stand alone with AI</a:t>
          </a:r>
        </a:p>
      </dgm:t>
    </dgm:pt>
    <dgm:pt modelId="{8A78797B-11E3-4242-87F5-3F69CF0BA8EA}" type="parTrans" cxnId="{89FB499F-2B2A-4242-85CA-BE73F466758F}">
      <dgm:prSet/>
      <dgm:spPr/>
      <dgm:t>
        <a:bodyPr/>
        <a:lstStyle/>
        <a:p>
          <a:endParaRPr lang="en-US"/>
        </a:p>
      </dgm:t>
    </dgm:pt>
    <dgm:pt modelId="{F2F78063-FAB4-4965-BFF4-6708FA0D47F7}" type="sibTrans" cxnId="{89FB499F-2B2A-4242-85CA-BE73F466758F}">
      <dgm:prSet/>
      <dgm:spPr/>
      <dgm:t>
        <a:bodyPr/>
        <a:lstStyle/>
        <a:p>
          <a:endParaRPr lang="en-US"/>
        </a:p>
      </dgm:t>
    </dgm:pt>
    <dgm:pt modelId="{C12E10AE-7048-4B62-ADBB-D20897E2FC8F}">
      <dgm:prSet/>
      <dgm:spPr/>
      <dgm:t>
        <a:bodyPr/>
        <a:lstStyle/>
        <a:p>
          <a:r>
            <a:rPr lang="en-US"/>
            <a:t>Rather, providers can work alongside AI.</a:t>
          </a:r>
        </a:p>
      </dgm:t>
    </dgm:pt>
    <dgm:pt modelId="{C6F6B43D-420E-4DB1-990F-47124CE0B89B}" type="parTrans" cxnId="{7D3A42D8-65C1-4664-8A26-E0BC8603D485}">
      <dgm:prSet/>
      <dgm:spPr/>
      <dgm:t>
        <a:bodyPr/>
        <a:lstStyle/>
        <a:p>
          <a:endParaRPr lang="en-US"/>
        </a:p>
      </dgm:t>
    </dgm:pt>
    <dgm:pt modelId="{01A8B84B-6E8D-425A-BADF-20AC779A4877}" type="sibTrans" cxnId="{7D3A42D8-65C1-4664-8A26-E0BC8603D485}">
      <dgm:prSet/>
      <dgm:spPr/>
      <dgm:t>
        <a:bodyPr/>
        <a:lstStyle/>
        <a:p>
          <a:endParaRPr lang="en-US"/>
        </a:p>
      </dgm:t>
    </dgm:pt>
    <dgm:pt modelId="{73EC4C93-300A-4BD8-BBF8-6A9BC5D72345}" type="pres">
      <dgm:prSet presAssocID="{1E06A222-B01C-4AA0-B9F2-242990DF0250}" presName="root" presStyleCnt="0">
        <dgm:presLayoutVars>
          <dgm:dir/>
          <dgm:resizeHandles val="exact"/>
        </dgm:presLayoutVars>
      </dgm:prSet>
      <dgm:spPr/>
    </dgm:pt>
    <dgm:pt modelId="{E5B9C99F-3353-4392-A03F-47947B4BDF01}" type="pres">
      <dgm:prSet presAssocID="{1E06A222-B01C-4AA0-B9F2-242990DF0250}" presName="container" presStyleCnt="0">
        <dgm:presLayoutVars>
          <dgm:dir/>
          <dgm:resizeHandles val="exact"/>
        </dgm:presLayoutVars>
      </dgm:prSet>
      <dgm:spPr/>
    </dgm:pt>
    <dgm:pt modelId="{2906235C-B11D-4132-9571-15D7F972F98B}" type="pres">
      <dgm:prSet presAssocID="{210F7004-C59C-4315-89A6-EAE7E42B934A}" presName="compNode" presStyleCnt="0"/>
      <dgm:spPr/>
    </dgm:pt>
    <dgm:pt modelId="{ED7A64F3-2105-4F67-8269-DED28F911662}" type="pres">
      <dgm:prSet presAssocID="{210F7004-C59C-4315-89A6-EAE7E42B934A}" presName="iconBgRect" presStyleLbl="bgShp" presStyleIdx="0" presStyleCnt="4"/>
      <dgm:spPr/>
    </dgm:pt>
    <dgm:pt modelId="{28403934-C86C-43AB-BDD4-8F18C2C72D0E}" type="pres">
      <dgm:prSet presAssocID="{210F7004-C59C-4315-89A6-EAE7E42B934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C3A4098-6043-4785-B846-9E49F472709F}" type="pres">
      <dgm:prSet presAssocID="{210F7004-C59C-4315-89A6-EAE7E42B934A}" presName="spaceRect" presStyleCnt="0"/>
      <dgm:spPr/>
    </dgm:pt>
    <dgm:pt modelId="{95970ED2-4B51-45E2-8F82-86C7791CD5DE}" type="pres">
      <dgm:prSet presAssocID="{210F7004-C59C-4315-89A6-EAE7E42B934A}" presName="textRect" presStyleLbl="revTx" presStyleIdx="0" presStyleCnt="4">
        <dgm:presLayoutVars>
          <dgm:chMax val="1"/>
          <dgm:chPref val="1"/>
        </dgm:presLayoutVars>
      </dgm:prSet>
      <dgm:spPr/>
    </dgm:pt>
    <dgm:pt modelId="{52D4DCF0-C855-4800-B0EB-49AE2A3D813E}" type="pres">
      <dgm:prSet presAssocID="{BFDBF3A6-B77C-4B4E-8B96-DF89894AA919}" presName="sibTrans" presStyleLbl="sibTrans2D1" presStyleIdx="0" presStyleCnt="0"/>
      <dgm:spPr/>
    </dgm:pt>
    <dgm:pt modelId="{60CEC44E-7C47-4712-870F-950A1D28B715}" type="pres">
      <dgm:prSet presAssocID="{71FF2877-419B-4460-9232-37A7678D3F94}" presName="compNode" presStyleCnt="0"/>
      <dgm:spPr/>
    </dgm:pt>
    <dgm:pt modelId="{CDBEBA9B-844E-4BC8-95A9-4B0AB8B3A451}" type="pres">
      <dgm:prSet presAssocID="{71FF2877-419B-4460-9232-37A7678D3F94}" presName="iconBgRect" presStyleLbl="bgShp" presStyleIdx="1" presStyleCnt="4"/>
      <dgm:spPr/>
    </dgm:pt>
    <dgm:pt modelId="{B736C3C8-56C6-4D77-9CAB-428017A7BBDA}" type="pres">
      <dgm:prSet presAssocID="{71FF2877-419B-4460-9232-37A7678D3F9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0B8CE94-60CC-4195-9EF8-0640BC5FF6A7}" type="pres">
      <dgm:prSet presAssocID="{71FF2877-419B-4460-9232-37A7678D3F94}" presName="spaceRect" presStyleCnt="0"/>
      <dgm:spPr/>
    </dgm:pt>
    <dgm:pt modelId="{30CCC39E-722B-499E-9310-FD406A6318C0}" type="pres">
      <dgm:prSet presAssocID="{71FF2877-419B-4460-9232-37A7678D3F94}" presName="textRect" presStyleLbl="revTx" presStyleIdx="1" presStyleCnt="4">
        <dgm:presLayoutVars>
          <dgm:chMax val="1"/>
          <dgm:chPref val="1"/>
        </dgm:presLayoutVars>
      </dgm:prSet>
      <dgm:spPr/>
    </dgm:pt>
    <dgm:pt modelId="{2690505F-56BA-43D1-92CA-002067CF0871}" type="pres">
      <dgm:prSet presAssocID="{D3C6FC53-CEDE-420B-8723-13719739C4A0}" presName="sibTrans" presStyleLbl="sibTrans2D1" presStyleIdx="0" presStyleCnt="0"/>
      <dgm:spPr/>
    </dgm:pt>
    <dgm:pt modelId="{A532D63C-7B95-41E9-BD06-5137D5782E87}" type="pres">
      <dgm:prSet presAssocID="{28FE50E6-A220-4209-924F-EA613ED0073D}" presName="compNode" presStyleCnt="0"/>
      <dgm:spPr/>
    </dgm:pt>
    <dgm:pt modelId="{B4323A6E-F26D-4A79-A900-AD7F008196FD}" type="pres">
      <dgm:prSet presAssocID="{28FE50E6-A220-4209-924F-EA613ED0073D}" presName="iconBgRect" presStyleLbl="bgShp" presStyleIdx="2" presStyleCnt="4"/>
      <dgm:spPr/>
    </dgm:pt>
    <dgm:pt modelId="{16B919C2-CBA0-464A-9A41-EB3AEE4CE6C8}" type="pres">
      <dgm:prSet presAssocID="{28FE50E6-A220-4209-924F-EA613ED0073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2E2DE608-3A12-4AF3-927E-6FBA2602E31E}" type="pres">
      <dgm:prSet presAssocID="{28FE50E6-A220-4209-924F-EA613ED0073D}" presName="spaceRect" presStyleCnt="0"/>
      <dgm:spPr/>
    </dgm:pt>
    <dgm:pt modelId="{F92DEB50-5BF7-4BA1-92CB-F5F1F8E90BCF}" type="pres">
      <dgm:prSet presAssocID="{28FE50E6-A220-4209-924F-EA613ED0073D}" presName="textRect" presStyleLbl="revTx" presStyleIdx="2" presStyleCnt="4">
        <dgm:presLayoutVars>
          <dgm:chMax val="1"/>
          <dgm:chPref val="1"/>
        </dgm:presLayoutVars>
      </dgm:prSet>
      <dgm:spPr/>
    </dgm:pt>
    <dgm:pt modelId="{53EB0085-0BD3-4A65-9528-DF5572C644DA}" type="pres">
      <dgm:prSet presAssocID="{F2F78063-FAB4-4965-BFF4-6708FA0D47F7}" presName="sibTrans" presStyleLbl="sibTrans2D1" presStyleIdx="0" presStyleCnt="0"/>
      <dgm:spPr/>
    </dgm:pt>
    <dgm:pt modelId="{3023C222-554D-4AFB-B5DE-C4668658F152}" type="pres">
      <dgm:prSet presAssocID="{C12E10AE-7048-4B62-ADBB-D20897E2FC8F}" presName="compNode" presStyleCnt="0"/>
      <dgm:spPr/>
    </dgm:pt>
    <dgm:pt modelId="{71BBBA95-A392-45CE-85DB-8C4874967108}" type="pres">
      <dgm:prSet presAssocID="{C12E10AE-7048-4B62-ADBB-D20897E2FC8F}" presName="iconBgRect" presStyleLbl="bgShp" presStyleIdx="3" presStyleCnt="4"/>
      <dgm:spPr/>
    </dgm:pt>
    <dgm:pt modelId="{CB4F2FCE-E07E-4BBB-893C-C1F086ABEBA5}" type="pres">
      <dgm:prSet presAssocID="{C12E10AE-7048-4B62-ADBB-D20897E2FC8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7468A42F-BFAC-40F2-A33D-0A08DE97D988}" type="pres">
      <dgm:prSet presAssocID="{C12E10AE-7048-4B62-ADBB-D20897E2FC8F}" presName="spaceRect" presStyleCnt="0"/>
      <dgm:spPr/>
    </dgm:pt>
    <dgm:pt modelId="{1771BFCC-89BA-4EEF-B6CD-E176AA6E4912}" type="pres">
      <dgm:prSet presAssocID="{C12E10AE-7048-4B62-ADBB-D20897E2FC8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6CFFE0A-16B2-4540-A1E5-497A4F0B133A}" type="presOf" srcId="{71FF2877-419B-4460-9232-37A7678D3F94}" destId="{30CCC39E-722B-499E-9310-FD406A6318C0}" srcOrd="0" destOrd="0" presId="urn:microsoft.com/office/officeart/2018/2/layout/IconCircleList"/>
    <dgm:cxn modelId="{D2806213-7411-4B59-9E02-82CBA509CEC7}" type="presOf" srcId="{BFDBF3A6-B77C-4B4E-8B96-DF89894AA919}" destId="{52D4DCF0-C855-4800-B0EB-49AE2A3D813E}" srcOrd="0" destOrd="0" presId="urn:microsoft.com/office/officeart/2018/2/layout/IconCircleList"/>
    <dgm:cxn modelId="{1C61C342-F483-47DA-8B4B-2568F7EAB1C0}" type="presOf" srcId="{C12E10AE-7048-4B62-ADBB-D20897E2FC8F}" destId="{1771BFCC-89BA-4EEF-B6CD-E176AA6E4912}" srcOrd="0" destOrd="0" presId="urn:microsoft.com/office/officeart/2018/2/layout/IconCircleList"/>
    <dgm:cxn modelId="{4B23D648-F8BE-4067-9A61-AFE9AB6A7863}" srcId="{1E06A222-B01C-4AA0-B9F2-242990DF0250}" destId="{210F7004-C59C-4315-89A6-EAE7E42B934A}" srcOrd="0" destOrd="0" parTransId="{4CCFFD4C-5AA7-4E25-8CD9-FFB7373DF6AE}" sibTransId="{BFDBF3A6-B77C-4B4E-8B96-DF89894AA919}"/>
    <dgm:cxn modelId="{D222E259-5405-481A-88D9-894AE9D1E190}" type="presOf" srcId="{210F7004-C59C-4315-89A6-EAE7E42B934A}" destId="{95970ED2-4B51-45E2-8F82-86C7791CD5DE}" srcOrd="0" destOrd="0" presId="urn:microsoft.com/office/officeart/2018/2/layout/IconCircleList"/>
    <dgm:cxn modelId="{3BA0C566-7733-4089-BB33-947B4E799B29}" type="presOf" srcId="{1E06A222-B01C-4AA0-B9F2-242990DF0250}" destId="{73EC4C93-300A-4BD8-BBF8-6A9BC5D72345}" srcOrd="0" destOrd="0" presId="urn:microsoft.com/office/officeart/2018/2/layout/IconCircleList"/>
    <dgm:cxn modelId="{91A3F767-3298-474A-9D8A-375E0D65690A}" type="presOf" srcId="{D3C6FC53-CEDE-420B-8723-13719739C4A0}" destId="{2690505F-56BA-43D1-92CA-002067CF0871}" srcOrd="0" destOrd="0" presId="urn:microsoft.com/office/officeart/2018/2/layout/IconCircleList"/>
    <dgm:cxn modelId="{A5834996-1280-4E61-A3FF-173BD3385A0F}" srcId="{1E06A222-B01C-4AA0-B9F2-242990DF0250}" destId="{71FF2877-419B-4460-9232-37A7678D3F94}" srcOrd="1" destOrd="0" parTransId="{5FEBB0CA-31AA-44EA-9E4C-45FB5D501614}" sibTransId="{D3C6FC53-CEDE-420B-8723-13719739C4A0}"/>
    <dgm:cxn modelId="{89FB499F-2B2A-4242-85CA-BE73F466758F}" srcId="{1E06A222-B01C-4AA0-B9F2-242990DF0250}" destId="{28FE50E6-A220-4209-924F-EA613ED0073D}" srcOrd="2" destOrd="0" parTransId="{8A78797B-11E3-4242-87F5-3F69CF0BA8EA}" sibTransId="{F2F78063-FAB4-4965-BFF4-6708FA0D47F7}"/>
    <dgm:cxn modelId="{090A4AA5-F892-498B-BA29-3C62B940322A}" type="presOf" srcId="{28FE50E6-A220-4209-924F-EA613ED0073D}" destId="{F92DEB50-5BF7-4BA1-92CB-F5F1F8E90BCF}" srcOrd="0" destOrd="0" presId="urn:microsoft.com/office/officeart/2018/2/layout/IconCircleList"/>
    <dgm:cxn modelId="{9B63EFCB-D82E-446F-B16A-9097BA608700}" type="presOf" srcId="{F2F78063-FAB4-4965-BFF4-6708FA0D47F7}" destId="{53EB0085-0BD3-4A65-9528-DF5572C644DA}" srcOrd="0" destOrd="0" presId="urn:microsoft.com/office/officeart/2018/2/layout/IconCircleList"/>
    <dgm:cxn modelId="{7D3A42D8-65C1-4664-8A26-E0BC8603D485}" srcId="{1E06A222-B01C-4AA0-B9F2-242990DF0250}" destId="{C12E10AE-7048-4B62-ADBB-D20897E2FC8F}" srcOrd="3" destOrd="0" parTransId="{C6F6B43D-420E-4DB1-990F-47124CE0B89B}" sibTransId="{01A8B84B-6E8D-425A-BADF-20AC779A4877}"/>
    <dgm:cxn modelId="{30185677-1A20-412D-BF27-D252A5148FF0}" type="presParOf" srcId="{73EC4C93-300A-4BD8-BBF8-6A9BC5D72345}" destId="{E5B9C99F-3353-4392-A03F-47947B4BDF01}" srcOrd="0" destOrd="0" presId="urn:microsoft.com/office/officeart/2018/2/layout/IconCircleList"/>
    <dgm:cxn modelId="{62423608-46EA-4713-9380-A23A3399626B}" type="presParOf" srcId="{E5B9C99F-3353-4392-A03F-47947B4BDF01}" destId="{2906235C-B11D-4132-9571-15D7F972F98B}" srcOrd="0" destOrd="0" presId="urn:microsoft.com/office/officeart/2018/2/layout/IconCircleList"/>
    <dgm:cxn modelId="{35BDACFA-872A-46E0-A1E3-5B304F6231AE}" type="presParOf" srcId="{2906235C-B11D-4132-9571-15D7F972F98B}" destId="{ED7A64F3-2105-4F67-8269-DED28F911662}" srcOrd="0" destOrd="0" presId="urn:microsoft.com/office/officeart/2018/2/layout/IconCircleList"/>
    <dgm:cxn modelId="{CA4BB234-CC92-4336-85F7-9B64D21FD950}" type="presParOf" srcId="{2906235C-B11D-4132-9571-15D7F972F98B}" destId="{28403934-C86C-43AB-BDD4-8F18C2C72D0E}" srcOrd="1" destOrd="0" presId="urn:microsoft.com/office/officeart/2018/2/layout/IconCircleList"/>
    <dgm:cxn modelId="{959173E2-345A-49BF-A770-CA1101F58E2B}" type="presParOf" srcId="{2906235C-B11D-4132-9571-15D7F972F98B}" destId="{4C3A4098-6043-4785-B846-9E49F472709F}" srcOrd="2" destOrd="0" presId="urn:microsoft.com/office/officeart/2018/2/layout/IconCircleList"/>
    <dgm:cxn modelId="{71193266-7AB8-45D3-8DD4-DA14F7A039B8}" type="presParOf" srcId="{2906235C-B11D-4132-9571-15D7F972F98B}" destId="{95970ED2-4B51-45E2-8F82-86C7791CD5DE}" srcOrd="3" destOrd="0" presId="urn:microsoft.com/office/officeart/2018/2/layout/IconCircleList"/>
    <dgm:cxn modelId="{5223B2F3-D89F-4A58-92B8-90AC25AD4CD5}" type="presParOf" srcId="{E5B9C99F-3353-4392-A03F-47947B4BDF01}" destId="{52D4DCF0-C855-4800-B0EB-49AE2A3D813E}" srcOrd="1" destOrd="0" presId="urn:microsoft.com/office/officeart/2018/2/layout/IconCircleList"/>
    <dgm:cxn modelId="{1554CFD7-5F0A-4211-8DFC-C05C2DA66618}" type="presParOf" srcId="{E5B9C99F-3353-4392-A03F-47947B4BDF01}" destId="{60CEC44E-7C47-4712-870F-950A1D28B715}" srcOrd="2" destOrd="0" presId="urn:microsoft.com/office/officeart/2018/2/layout/IconCircleList"/>
    <dgm:cxn modelId="{703AC918-3B7C-4A71-9194-BF289964AC8A}" type="presParOf" srcId="{60CEC44E-7C47-4712-870F-950A1D28B715}" destId="{CDBEBA9B-844E-4BC8-95A9-4B0AB8B3A451}" srcOrd="0" destOrd="0" presId="urn:microsoft.com/office/officeart/2018/2/layout/IconCircleList"/>
    <dgm:cxn modelId="{023B256D-1E6F-472A-8091-E72B9C1CD7E8}" type="presParOf" srcId="{60CEC44E-7C47-4712-870F-950A1D28B715}" destId="{B736C3C8-56C6-4D77-9CAB-428017A7BBDA}" srcOrd="1" destOrd="0" presId="urn:microsoft.com/office/officeart/2018/2/layout/IconCircleList"/>
    <dgm:cxn modelId="{B70C27FF-6BAA-488B-8C15-4966DFE36AC9}" type="presParOf" srcId="{60CEC44E-7C47-4712-870F-950A1D28B715}" destId="{70B8CE94-60CC-4195-9EF8-0640BC5FF6A7}" srcOrd="2" destOrd="0" presId="urn:microsoft.com/office/officeart/2018/2/layout/IconCircleList"/>
    <dgm:cxn modelId="{A0956483-EC82-4B61-A8E1-AF914E3237B7}" type="presParOf" srcId="{60CEC44E-7C47-4712-870F-950A1D28B715}" destId="{30CCC39E-722B-499E-9310-FD406A6318C0}" srcOrd="3" destOrd="0" presId="urn:microsoft.com/office/officeart/2018/2/layout/IconCircleList"/>
    <dgm:cxn modelId="{75A41E39-AD13-4B0B-B4F3-F9CC099668A9}" type="presParOf" srcId="{E5B9C99F-3353-4392-A03F-47947B4BDF01}" destId="{2690505F-56BA-43D1-92CA-002067CF0871}" srcOrd="3" destOrd="0" presId="urn:microsoft.com/office/officeart/2018/2/layout/IconCircleList"/>
    <dgm:cxn modelId="{9B3A26F8-12A9-414A-B588-2DCE574513DF}" type="presParOf" srcId="{E5B9C99F-3353-4392-A03F-47947B4BDF01}" destId="{A532D63C-7B95-41E9-BD06-5137D5782E87}" srcOrd="4" destOrd="0" presId="urn:microsoft.com/office/officeart/2018/2/layout/IconCircleList"/>
    <dgm:cxn modelId="{9A8A7B25-D0FF-44F1-BA22-A9930D73F674}" type="presParOf" srcId="{A532D63C-7B95-41E9-BD06-5137D5782E87}" destId="{B4323A6E-F26D-4A79-A900-AD7F008196FD}" srcOrd="0" destOrd="0" presId="urn:microsoft.com/office/officeart/2018/2/layout/IconCircleList"/>
    <dgm:cxn modelId="{50425506-3F56-47EE-ACE0-79BB1AFB1DC5}" type="presParOf" srcId="{A532D63C-7B95-41E9-BD06-5137D5782E87}" destId="{16B919C2-CBA0-464A-9A41-EB3AEE4CE6C8}" srcOrd="1" destOrd="0" presId="urn:microsoft.com/office/officeart/2018/2/layout/IconCircleList"/>
    <dgm:cxn modelId="{9C805BFB-ED5B-4B53-8BBE-A7F2A16EE589}" type="presParOf" srcId="{A532D63C-7B95-41E9-BD06-5137D5782E87}" destId="{2E2DE608-3A12-4AF3-927E-6FBA2602E31E}" srcOrd="2" destOrd="0" presId="urn:microsoft.com/office/officeart/2018/2/layout/IconCircleList"/>
    <dgm:cxn modelId="{7F3893F2-C81D-4D35-9717-E2092CDAA37F}" type="presParOf" srcId="{A532D63C-7B95-41E9-BD06-5137D5782E87}" destId="{F92DEB50-5BF7-4BA1-92CB-F5F1F8E90BCF}" srcOrd="3" destOrd="0" presId="urn:microsoft.com/office/officeart/2018/2/layout/IconCircleList"/>
    <dgm:cxn modelId="{A37F3B6A-342D-41C6-9F09-A50E65D9EAC0}" type="presParOf" srcId="{E5B9C99F-3353-4392-A03F-47947B4BDF01}" destId="{53EB0085-0BD3-4A65-9528-DF5572C644DA}" srcOrd="5" destOrd="0" presId="urn:microsoft.com/office/officeart/2018/2/layout/IconCircleList"/>
    <dgm:cxn modelId="{8CAC2453-E9C9-418E-8FDE-3951DE9F312A}" type="presParOf" srcId="{E5B9C99F-3353-4392-A03F-47947B4BDF01}" destId="{3023C222-554D-4AFB-B5DE-C4668658F152}" srcOrd="6" destOrd="0" presId="urn:microsoft.com/office/officeart/2018/2/layout/IconCircleList"/>
    <dgm:cxn modelId="{D8547AB2-4853-4543-AE99-5A66BC74CA21}" type="presParOf" srcId="{3023C222-554D-4AFB-B5DE-C4668658F152}" destId="{71BBBA95-A392-45CE-85DB-8C4874967108}" srcOrd="0" destOrd="0" presId="urn:microsoft.com/office/officeart/2018/2/layout/IconCircleList"/>
    <dgm:cxn modelId="{49F69EAA-9607-40FB-86B3-4449970460B6}" type="presParOf" srcId="{3023C222-554D-4AFB-B5DE-C4668658F152}" destId="{CB4F2FCE-E07E-4BBB-893C-C1F086ABEBA5}" srcOrd="1" destOrd="0" presId="urn:microsoft.com/office/officeart/2018/2/layout/IconCircleList"/>
    <dgm:cxn modelId="{9A2E28AC-E528-4192-B7CF-A6B47F09A325}" type="presParOf" srcId="{3023C222-554D-4AFB-B5DE-C4668658F152}" destId="{7468A42F-BFAC-40F2-A33D-0A08DE97D988}" srcOrd="2" destOrd="0" presId="urn:microsoft.com/office/officeart/2018/2/layout/IconCircleList"/>
    <dgm:cxn modelId="{474C2E20-3F3B-4417-9F7C-2748FCED588B}" type="presParOf" srcId="{3023C222-554D-4AFB-B5DE-C4668658F152}" destId="{1771BFCC-89BA-4EEF-B6CD-E176AA6E491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36CA40-61C7-4F20-8D60-620855D20221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BF5AF6A-C084-4D67-808A-B5FDE272F216}">
      <dgm:prSet/>
      <dgm:spPr/>
      <dgm:t>
        <a:bodyPr/>
        <a:lstStyle/>
        <a:p>
          <a:r>
            <a:rPr lang="en-US"/>
            <a:t>Based on this research, it seems as though AI can be a positive addition to the world of psychology</a:t>
          </a:r>
        </a:p>
      </dgm:t>
    </dgm:pt>
    <dgm:pt modelId="{9A1F01F7-0E27-4E10-B287-F10068B848DB}" type="parTrans" cxnId="{5E6A7272-4F85-4C0D-932F-6CAFD40185A5}">
      <dgm:prSet/>
      <dgm:spPr/>
      <dgm:t>
        <a:bodyPr/>
        <a:lstStyle/>
        <a:p>
          <a:endParaRPr lang="en-US"/>
        </a:p>
      </dgm:t>
    </dgm:pt>
    <dgm:pt modelId="{1BDA23A4-50EE-462F-9C0A-913A662973A8}" type="sibTrans" cxnId="{5E6A7272-4F85-4C0D-932F-6CAFD40185A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22F2226-B029-4000-BA1A-44BEC98E48F2}">
      <dgm:prSet/>
      <dgm:spPr/>
      <dgm:t>
        <a:bodyPr/>
        <a:lstStyle/>
        <a:p>
          <a:r>
            <a:rPr lang="en-US"/>
            <a:t>However, just like everything, there are drawbacks</a:t>
          </a:r>
        </a:p>
      </dgm:t>
    </dgm:pt>
    <dgm:pt modelId="{B00E1ABD-EC85-4C0A-87AE-E357BFDF4B0E}" type="parTrans" cxnId="{A7F58E20-4627-4F7A-9164-366DC2B9638B}">
      <dgm:prSet/>
      <dgm:spPr/>
      <dgm:t>
        <a:bodyPr/>
        <a:lstStyle/>
        <a:p>
          <a:endParaRPr lang="en-US"/>
        </a:p>
      </dgm:t>
    </dgm:pt>
    <dgm:pt modelId="{EFEB8435-7B6C-425C-8FBA-15EA14BF2B25}" type="sibTrans" cxnId="{A7F58E20-4627-4F7A-9164-366DC2B9638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D2FA050-EF6F-4048-A2EF-2B88901B2544}">
      <dgm:prSet/>
      <dgm:spPr/>
      <dgm:t>
        <a:bodyPr/>
        <a:lstStyle/>
        <a:p>
          <a:r>
            <a:rPr lang="en-US"/>
            <a:t>Many argue that these new technologies are not properly equipped to provide safe care and empathy, especially in culturally diverse populations</a:t>
          </a:r>
        </a:p>
      </dgm:t>
    </dgm:pt>
    <dgm:pt modelId="{DFAB6AA2-5A3F-40CE-9F60-B41948B40EE8}" type="parTrans" cxnId="{65FDF630-D785-4C22-B79F-AD176B119ED2}">
      <dgm:prSet/>
      <dgm:spPr/>
      <dgm:t>
        <a:bodyPr/>
        <a:lstStyle/>
        <a:p>
          <a:endParaRPr lang="en-US"/>
        </a:p>
      </dgm:t>
    </dgm:pt>
    <dgm:pt modelId="{B8508390-0B69-436D-99FF-A13AE631A329}" type="sibTrans" cxnId="{65FDF630-D785-4C22-B79F-AD176B119ED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D171463-7DFB-4BB5-AEDC-1C73F1A2B24A}">
      <dgm:prSet/>
      <dgm:spPr/>
      <dgm:t>
        <a:bodyPr/>
        <a:lstStyle/>
        <a:p>
          <a:r>
            <a:rPr lang="en-US"/>
            <a:t>Before being fully integrated into the field, a lot of research and consideration needs to take place first</a:t>
          </a:r>
        </a:p>
      </dgm:t>
    </dgm:pt>
    <dgm:pt modelId="{DEC4A7B1-E089-4264-B652-9D9CEA68D374}" type="parTrans" cxnId="{AF632D73-3A83-4E2F-B3A9-01E0730A71B7}">
      <dgm:prSet/>
      <dgm:spPr/>
      <dgm:t>
        <a:bodyPr/>
        <a:lstStyle/>
        <a:p>
          <a:endParaRPr lang="en-US"/>
        </a:p>
      </dgm:t>
    </dgm:pt>
    <dgm:pt modelId="{5BAA6AE2-BF47-4E7C-BC0F-AC4A6680363F}" type="sibTrans" cxnId="{AF632D73-3A83-4E2F-B3A9-01E0730A71B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91E1AAD-51C8-604B-8684-8424F29C28D3}" type="pres">
      <dgm:prSet presAssocID="{0B36CA40-61C7-4F20-8D60-620855D20221}" presName="Name0" presStyleCnt="0">
        <dgm:presLayoutVars>
          <dgm:animLvl val="lvl"/>
          <dgm:resizeHandles val="exact"/>
        </dgm:presLayoutVars>
      </dgm:prSet>
      <dgm:spPr/>
    </dgm:pt>
    <dgm:pt modelId="{6136E4B9-D9AA-C44F-BE93-21092E7C666A}" type="pres">
      <dgm:prSet presAssocID="{9BF5AF6A-C084-4D67-808A-B5FDE272F216}" presName="compositeNode" presStyleCnt="0">
        <dgm:presLayoutVars>
          <dgm:bulletEnabled val="1"/>
        </dgm:presLayoutVars>
      </dgm:prSet>
      <dgm:spPr/>
    </dgm:pt>
    <dgm:pt modelId="{95122081-B93D-E742-97E9-02CF6A493C8B}" type="pres">
      <dgm:prSet presAssocID="{9BF5AF6A-C084-4D67-808A-B5FDE272F216}" presName="bgRect" presStyleLbl="bgAccFollowNode1" presStyleIdx="0" presStyleCnt="4"/>
      <dgm:spPr/>
    </dgm:pt>
    <dgm:pt modelId="{33FCCC87-495F-8840-A4C6-BAA79DED22CD}" type="pres">
      <dgm:prSet presAssocID="{1BDA23A4-50EE-462F-9C0A-913A662973A8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47A1833-C8BD-DB48-B1B4-DAB1ACE1A7FE}" type="pres">
      <dgm:prSet presAssocID="{9BF5AF6A-C084-4D67-808A-B5FDE272F216}" presName="bottomLine" presStyleLbl="alignNode1" presStyleIdx="1" presStyleCnt="8">
        <dgm:presLayoutVars/>
      </dgm:prSet>
      <dgm:spPr/>
    </dgm:pt>
    <dgm:pt modelId="{FA8C0271-8804-3241-80A6-37C7E5A836DB}" type="pres">
      <dgm:prSet presAssocID="{9BF5AF6A-C084-4D67-808A-B5FDE272F216}" presName="nodeText" presStyleLbl="bgAccFollowNode1" presStyleIdx="0" presStyleCnt="4">
        <dgm:presLayoutVars>
          <dgm:bulletEnabled val="1"/>
        </dgm:presLayoutVars>
      </dgm:prSet>
      <dgm:spPr/>
    </dgm:pt>
    <dgm:pt modelId="{2C083CA8-3D93-3342-8D70-9CEBDDF47CA3}" type="pres">
      <dgm:prSet presAssocID="{1BDA23A4-50EE-462F-9C0A-913A662973A8}" presName="sibTrans" presStyleCnt="0"/>
      <dgm:spPr/>
    </dgm:pt>
    <dgm:pt modelId="{6A93A30D-3C72-F34A-9A66-87C4F43DC2C4}" type="pres">
      <dgm:prSet presAssocID="{E22F2226-B029-4000-BA1A-44BEC98E48F2}" presName="compositeNode" presStyleCnt="0">
        <dgm:presLayoutVars>
          <dgm:bulletEnabled val="1"/>
        </dgm:presLayoutVars>
      </dgm:prSet>
      <dgm:spPr/>
    </dgm:pt>
    <dgm:pt modelId="{B3095F96-FB4D-4D46-B363-7F1DF9632748}" type="pres">
      <dgm:prSet presAssocID="{E22F2226-B029-4000-BA1A-44BEC98E48F2}" presName="bgRect" presStyleLbl="bgAccFollowNode1" presStyleIdx="1" presStyleCnt="4"/>
      <dgm:spPr/>
    </dgm:pt>
    <dgm:pt modelId="{AE6B94B1-F791-CB48-B306-E5E4D48B95E9}" type="pres">
      <dgm:prSet presAssocID="{EFEB8435-7B6C-425C-8FBA-15EA14BF2B25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8261DA26-7B8C-474B-B12B-63D83B28EEF2}" type="pres">
      <dgm:prSet presAssocID="{E22F2226-B029-4000-BA1A-44BEC98E48F2}" presName="bottomLine" presStyleLbl="alignNode1" presStyleIdx="3" presStyleCnt="8">
        <dgm:presLayoutVars/>
      </dgm:prSet>
      <dgm:spPr/>
    </dgm:pt>
    <dgm:pt modelId="{55ECBE91-9EB4-DB49-8CE2-77DE1394DB62}" type="pres">
      <dgm:prSet presAssocID="{E22F2226-B029-4000-BA1A-44BEC98E48F2}" presName="nodeText" presStyleLbl="bgAccFollowNode1" presStyleIdx="1" presStyleCnt="4">
        <dgm:presLayoutVars>
          <dgm:bulletEnabled val="1"/>
        </dgm:presLayoutVars>
      </dgm:prSet>
      <dgm:spPr/>
    </dgm:pt>
    <dgm:pt modelId="{F5E0F59A-A2A3-3344-950F-F616BAE2AA52}" type="pres">
      <dgm:prSet presAssocID="{EFEB8435-7B6C-425C-8FBA-15EA14BF2B25}" presName="sibTrans" presStyleCnt="0"/>
      <dgm:spPr/>
    </dgm:pt>
    <dgm:pt modelId="{0FFFBFD4-8B12-8F4B-ACD1-55AF7F6E923B}" type="pres">
      <dgm:prSet presAssocID="{6D2FA050-EF6F-4048-A2EF-2B88901B2544}" presName="compositeNode" presStyleCnt="0">
        <dgm:presLayoutVars>
          <dgm:bulletEnabled val="1"/>
        </dgm:presLayoutVars>
      </dgm:prSet>
      <dgm:spPr/>
    </dgm:pt>
    <dgm:pt modelId="{123E5655-F068-0A44-9B65-18A05FDEC20E}" type="pres">
      <dgm:prSet presAssocID="{6D2FA050-EF6F-4048-A2EF-2B88901B2544}" presName="bgRect" presStyleLbl="bgAccFollowNode1" presStyleIdx="2" presStyleCnt="4"/>
      <dgm:spPr/>
    </dgm:pt>
    <dgm:pt modelId="{CFBA6A56-28E6-9B44-89EA-FB2C3FB40F03}" type="pres">
      <dgm:prSet presAssocID="{B8508390-0B69-436D-99FF-A13AE631A329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FAC5E711-BA0D-CF44-A7DB-AA23BD81427C}" type="pres">
      <dgm:prSet presAssocID="{6D2FA050-EF6F-4048-A2EF-2B88901B2544}" presName="bottomLine" presStyleLbl="alignNode1" presStyleIdx="5" presStyleCnt="8">
        <dgm:presLayoutVars/>
      </dgm:prSet>
      <dgm:spPr/>
    </dgm:pt>
    <dgm:pt modelId="{59269661-8856-8245-9E2E-17FC9C4222F5}" type="pres">
      <dgm:prSet presAssocID="{6D2FA050-EF6F-4048-A2EF-2B88901B2544}" presName="nodeText" presStyleLbl="bgAccFollowNode1" presStyleIdx="2" presStyleCnt="4">
        <dgm:presLayoutVars>
          <dgm:bulletEnabled val="1"/>
        </dgm:presLayoutVars>
      </dgm:prSet>
      <dgm:spPr/>
    </dgm:pt>
    <dgm:pt modelId="{F8579325-5EE1-D54A-8CBC-350DA041595F}" type="pres">
      <dgm:prSet presAssocID="{B8508390-0B69-436D-99FF-A13AE631A329}" presName="sibTrans" presStyleCnt="0"/>
      <dgm:spPr/>
    </dgm:pt>
    <dgm:pt modelId="{61888CAC-0F36-CA4E-A9B8-61D433F6AEFA}" type="pres">
      <dgm:prSet presAssocID="{AD171463-7DFB-4BB5-AEDC-1C73F1A2B24A}" presName="compositeNode" presStyleCnt="0">
        <dgm:presLayoutVars>
          <dgm:bulletEnabled val="1"/>
        </dgm:presLayoutVars>
      </dgm:prSet>
      <dgm:spPr/>
    </dgm:pt>
    <dgm:pt modelId="{2D1BCC03-FCE7-0146-A90A-7F015BEA1E4C}" type="pres">
      <dgm:prSet presAssocID="{AD171463-7DFB-4BB5-AEDC-1C73F1A2B24A}" presName="bgRect" presStyleLbl="bgAccFollowNode1" presStyleIdx="3" presStyleCnt="4"/>
      <dgm:spPr/>
    </dgm:pt>
    <dgm:pt modelId="{8970C98E-08F2-F24E-B822-422AC8D657BF}" type="pres">
      <dgm:prSet presAssocID="{5BAA6AE2-BF47-4E7C-BC0F-AC4A6680363F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34478202-5638-8941-B39B-95E4A2269A6E}" type="pres">
      <dgm:prSet presAssocID="{AD171463-7DFB-4BB5-AEDC-1C73F1A2B24A}" presName="bottomLine" presStyleLbl="alignNode1" presStyleIdx="7" presStyleCnt="8">
        <dgm:presLayoutVars/>
      </dgm:prSet>
      <dgm:spPr/>
    </dgm:pt>
    <dgm:pt modelId="{817875E9-75BC-BB4A-88C9-FA601ABB85F8}" type="pres">
      <dgm:prSet presAssocID="{AD171463-7DFB-4BB5-AEDC-1C73F1A2B24A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6D30F40C-F0D6-E542-805E-140A9277F28D}" type="presOf" srcId="{AD171463-7DFB-4BB5-AEDC-1C73F1A2B24A}" destId="{817875E9-75BC-BB4A-88C9-FA601ABB85F8}" srcOrd="1" destOrd="0" presId="urn:microsoft.com/office/officeart/2016/7/layout/BasicLinearProcessNumbered"/>
    <dgm:cxn modelId="{A7F58E20-4627-4F7A-9164-366DC2B9638B}" srcId="{0B36CA40-61C7-4F20-8D60-620855D20221}" destId="{E22F2226-B029-4000-BA1A-44BEC98E48F2}" srcOrd="1" destOrd="0" parTransId="{B00E1ABD-EC85-4C0A-87AE-E357BFDF4B0E}" sibTransId="{EFEB8435-7B6C-425C-8FBA-15EA14BF2B25}"/>
    <dgm:cxn modelId="{D063CB24-DB5A-1A49-B718-B9D1A9EA6010}" type="presOf" srcId="{9BF5AF6A-C084-4D67-808A-B5FDE272F216}" destId="{FA8C0271-8804-3241-80A6-37C7E5A836DB}" srcOrd="1" destOrd="0" presId="urn:microsoft.com/office/officeart/2016/7/layout/BasicLinearProcessNumbered"/>
    <dgm:cxn modelId="{65FDF630-D785-4C22-B79F-AD176B119ED2}" srcId="{0B36CA40-61C7-4F20-8D60-620855D20221}" destId="{6D2FA050-EF6F-4048-A2EF-2B88901B2544}" srcOrd="2" destOrd="0" parTransId="{DFAB6AA2-5A3F-40CE-9F60-B41948B40EE8}" sibTransId="{B8508390-0B69-436D-99FF-A13AE631A329}"/>
    <dgm:cxn modelId="{23D23855-EE2C-6C43-A2BE-CD8A99555700}" type="presOf" srcId="{9BF5AF6A-C084-4D67-808A-B5FDE272F216}" destId="{95122081-B93D-E742-97E9-02CF6A493C8B}" srcOrd="0" destOrd="0" presId="urn:microsoft.com/office/officeart/2016/7/layout/BasicLinearProcessNumbered"/>
    <dgm:cxn modelId="{3F8EC05D-75BA-A949-BBB2-EA4D9BC6F9A6}" type="presOf" srcId="{AD171463-7DFB-4BB5-AEDC-1C73F1A2B24A}" destId="{2D1BCC03-FCE7-0146-A90A-7F015BEA1E4C}" srcOrd="0" destOrd="0" presId="urn:microsoft.com/office/officeart/2016/7/layout/BasicLinearProcessNumbered"/>
    <dgm:cxn modelId="{8371CD61-D7D0-A14D-B5C3-3A38076595CD}" type="presOf" srcId="{E22F2226-B029-4000-BA1A-44BEC98E48F2}" destId="{B3095F96-FB4D-4D46-B363-7F1DF9632748}" srcOrd="0" destOrd="0" presId="urn:microsoft.com/office/officeart/2016/7/layout/BasicLinearProcessNumbered"/>
    <dgm:cxn modelId="{0B40376C-B32B-C245-9B10-F027D6D67C0F}" type="presOf" srcId="{0B36CA40-61C7-4F20-8D60-620855D20221}" destId="{F91E1AAD-51C8-604B-8684-8424F29C28D3}" srcOrd="0" destOrd="0" presId="urn:microsoft.com/office/officeart/2016/7/layout/BasicLinearProcessNumbered"/>
    <dgm:cxn modelId="{5E6A7272-4F85-4C0D-932F-6CAFD40185A5}" srcId="{0B36CA40-61C7-4F20-8D60-620855D20221}" destId="{9BF5AF6A-C084-4D67-808A-B5FDE272F216}" srcOrd="0" destOrd="0" parTransId="{9A1F01F7-0E27-4E10-B287-F10068B848DB}" sibTransId="{1BDA23A4-50EE-462F-9C0A-913A662973A8}"/>
    <dgm:cxn modelId="{AF632D73-3A83-4E2F-B3A9-01E0730A71B7}" srcId="{0B36CA40-61C7-4F20-8D60-620855D20221}" destId="{AD171463-7DFB-4BB5-AEDC-1C73F1A2B24A}" srcOrd="3" destOrd="0" parTransId="{DEC4A7B1-E089-4264-B652-9D9CEA68D374}" sibTransId="{5BAA6AE2-BF47-4E7C-BC0F-AC4A6680363F}"/>
    <dgm:cxn modelId="{2BA0EB73-589C-CB44-89EB-5D3B8BDCF949}" type="presOf" srcId="{6D2FA050-EF6F-4048-A2EF-2B88901B2544}" destId="{59269661-8856-8245-9E2E-17FC9C4222F5}" srcOrd="1" destOrd="0" presId="urn:microsoft.com/office/officeart/2016/7/layout/BasicLinearProcessNumbered"/>
    <dgm:cxn modelId="{C972C591-11D3-AE49-A230-6528A245BE30}" type="presOf" srcId="{B8508390-0B69-436D-99FF-A13AE631A329}" destId="{CFBA6A56-28E6-9B44-89EA-FB2C3FB40F03}" srcOrd="0" destOrd="0" presId="urn:microsoft.com/office/officeart/2016/7/layout/BasicLinearProcessNumbered"/>
    <dgm:cxn modelId="{FBCFD099-390B-BB42-90F2-ABE8FF479E80}" type="presOf" srcId="{5BAA6AE2-BF47-4E7C-BC0F-AC4A6680363F}" destId="{8970C98E-08F2-F24E-B822-422AC8D657BF}" srcOrd="0" destOrd="0" presId="urn:microsoft.com/office/officeart/2016/7/layout/BasicLinearProcessNumbered"/>
    <dgm:cxn modelId="{A5E043D3-155D-1044-BC45-3C91F078160F}" type="presOf" srcId="{6D2FA050-EF6F-4048-A2EF-2B88901B2544}" destId="{123E5655-F068-0A44-9B65-18A05FDEC20E}" srcOrd="0" destOrd="0" presId="urn:microsoft.com/office/officeart/2016/7/layout/BasicLinearProcessNumbered"/>
    <dgm:cxn modelId="{4E20A5D8-09E8-D246-AFFE-F3EB19AABF76}" type="presOf" srcId="{E22F2226-B029-4000-BA1A-44BEC98E48F2}" destId="{55ECBE91-9EB4-DB49-8CE2-77DE1394DB62}" srcOrd="1" destOrd="0" presId="urn:microsoft.com/office/officeart/2016/7/layout/BasicLinearProcessNumbered"/>
    <dgm:cxn modelId="{3F68E2DD-56FB-A549-8643-EF248BCF2976}" type="presOf" srcId="{EFEB8435-7B6C-425C-8FBA-15EA14BF2B25}" destId="{AE6B94B1-F791-CB48-B306-E5E4D48B95E9}" srcOrd="0" destOrd="0" presId="urn:microsoft.com/office/officeart/2016/7/layout/BasicLinearProcessNumbered"/>
    <dgm:cxn modelId="{C0DBEBEE-9BC7-7F4A-8567-88DF18493B16}" type="presOf" srcId="{1BDA23A4-50EE-462F-9C0A-913A662973A8}" destId="{33FCCC87-495F-8840-A4C6-BAA79DED22CD}" srcOrd="0" destOrd="0" presId="urn:microsoft.com/office/officeart/2016/7/layout/BasicLinearProcessNumbered"/>
    <dgm:cxn modelId="{441B7B80-A68F-464C-95C4-47FE08944649}" type="presParOf" srcId="{F91E1AAD-51C8-604B-8684-8424F29C28D3}" destId="{6136E4B9-D9AA-C44F-BE93-21092E7C666A}" srcOrd="0" destOrd="0" presId="urn:microsoft.com/office/officeart/2016/7/layout/BasicLinearProcessNumbered"/>
    <dgm:cxn modelId="{42AC7D59-8D98-A341-80A8-A48C21E342E9}" type="presParOf" srcId="{6136E4B9-D9AA-C44F-BE93-21092E7C666A}" destId="{95122081-B93D-E742-97E9-02CF6A493C8B}" srcOrd="0" destOrd="0" presId="urn:microsoft.com/office/officeart/2016/7/layout/BasicLinearProcessNumbered"/>
    <dgm:cxn modelId="{FF2C5709-B822-BF44-81BE-CD6014D1AD6B}" type="presParOf" srcId="{6136E4B9-D9AA-C44F-BE93-21092E7C666A}" destId="{33FCCC87-495F-8840-A4C6-BAA79DED22CD}" srcOrd="1" destOrd="0" presId="urn:microsoft.com/office/officeart/2016/7/layout/BasicLinearProcessNumbered"/>
    <dgm:cxn modelId="{E78AC8F6-2B29-2F4A-9735-3805BD780C39}" type="presParOf" srcId="{6136E4B9-D9AA-C44F-BE93-21092E7C666A}" destId="{A47A1833-C8BD-DB48-B1B4-DAB1ACE1A7FE}" srcOrd="2" destOrd="0" presId="urn:microsoft.com/office/officeart/2016/7/layout/BasicLinearProcessNumbered"/>
    <dgm:cxn modelId="{690F2936-33F7-B34E-878E-2620127D8E35}" type="presParOf" srcId="{6136E4B9-D9AA-C44F-BE93-21092E7C666A}" destId="{FA8C0271-8804-3241-80A6-37C7E5A836DB}" srcOrd="3" destOrd="0" presId="urn:microsoft.com/office/officeart/2016/7/layout/BasicLinearProcessNumbered"/>
    <dgm:cxn modelId="{9323CBEE-5F67-6241-923F-5F9296356CA6}" type="presParOf" srcId="{F91E1AAD-51C8-604B-8684-8424F29C28D3}" destId="{2C083CA8-3D93-3342-8D70-9CEBDDF47CA3}" srcOrd="1" destOrd="0" presId="urn:microsoft.com/office/officeart/2016/7/layout/BasicLinearProcessNumbered"/>
    <dgm:cxn modelId="{DCAC93DC-A520-1949-823B-C5DABDE7F4AF}" type="presParOf" srcId="{F91E1AAD-51C8-604B-8684-8424F29C28D3}" destId="{6A93A30D-3C72-F34A-9A66-87C4F43DC2C4}" srcOrd="2" destOrd="0" presId="urn:microsoft.com/office/officeart/2016/7/layout/BasicLinearProcessNumbered"/>
    <dgm:cxn modelId="{0557E495-58EE-304D-8D1C-66E3B26655A6}" type="presParOf" srcId="{6A93A30D-3C72-F34A-9A66-87C4F43DC2C4}" destId="{B3095F96-FB4D-4D46-B363-7F1DF9632748}" srcOrd="0" destOrd="0" presId="urn:microsoft.com/office/officeart/2016/7/layout/BasicLinearProcessNumbered"/>
    <dgm:cxn modelId="{DE5FA5F0-E089-094E-BB91-1F3163DDE499}" type="presParOf" srcId="{6A93A30D-3C72-F34A-9A66-87C4F43DC2C4}" destId="{AE6B94B1-F791-CB48-B306-E5E4D48B95E9}" srcOrd="1" destOrd="0" presId="urn:microsoft.com/office/officeart/2016/7/layout/BasicLinearProcessNumbered"/>
    <dgm:cxn modelId="{20DCCA2D-5A38-A74A-9E4E-144AC5624538}" type="presParOf" srcId="{6A93A30D-3C72-F34A-9A66-87C4F43DC2C4}" destId="{8261DA26-7B8C-474B-B12B-63D83B28EEF2}" srcOrd="2" destOrd="0" presId="urn:microsoft.com/office/officeart/2016/7/layout/BasicLinearProcessNumbered"/>
    <dgm:cxn modelId="{BD25676E-1331-C74A-AE19-4757BAD79C96}" type="presParOf" srcId="{6A93A30D-3C72-F34A-9A66-87C4F43DC2C4}" destId="{55ECBE91-9EB4-DB49-8CE2-77DE1394DB62}" srcOrd="3" destOrd="0" presId="urn:microsoft.com/office/officeart/2016/7/layout/BasicLinearProcessNumbered"/>
    <dgm:cxn modelId="{2B5BC1EC-14B7-D54D-A6BF-BB3F264F5047}" type="presParOf" srcId="{F91E1AAD-51C8-604B-8684-8424F29C28D3}" destId="{F5E0F59A-A2A3-3344-950F-F616BAE2AA52}" srcOrd="3" destOrd="0" presId="urn:microsoft.com/office/officeart/2016/7/layout/BasicLinearProcessNumbered"/>
    <dgm:cxn modelId="{C349C55A-760B-D541-8FDB-01C24EB68CC4}" type="presParOf" srcId="{F91E1AAD-51C8-604B-8684-8424F29C28D3}" destId="{0FFFBFD4-8B12-8F4B-ACD1-55AF7F6E923B}" srcOrd="4" destOrd="0" presId="urn:microsoft.com/office/officeart/2016/7/layout/BasicLinearProcessNumbered"/>
    <dgm:cxn modelId="{4D258B87-83DE-FB40-A3B9-36214115FCCF}" type="presParOf" srcId="{0FFFBFD4-8B12-8F4B-ACD1-55AF7F6E923B}" destId="{123E5655-F068-0A44-9B65-18A05FDEC20E}" srcOrd="0" destOrd="0" presId="urn:microsoft.com/office/officeart/2016/7/layout/BasicLinearProcessNumbered"/>
    <dgm:cxn modelId="{EAFB24A0-F7D3-2741-BB25-70D9E0D3A50A}" type="presParOf" srcId="{0FFFBFD4-8B12-8F4B-ACD1-55AF7F6E923B}" destId="{CFBA6A56-28E6-9B44-89EA-FB2C3FB40F03}" srcOrd="1" destOrd="0" presId="urn:microsoft.com/office/officeart/2016/7/layout/BasicLinearProcessNumbered"/>
    <dgm:cxn modelId="{34772B0A-AEB2-2447-A82C-EE8CCD156062}" type="presParOf" srcId="{0FFFBFD4-8B12-8F4B-ACD1-55AF7F6E923B}" destId="{FAC5E711-BA0D-CF44-A7DB-AA23BD81427C}" srcOrd="2" destOrd="0" presId="urn:microsoft.com/office/officeart/2016/7/layout/BasicLinearProcessNumbered"/>
    <dgm:cxn modelId="{8E011E79-A959-9F4B-8C94-6ECDE4264835}" type="presParOf" srcId="{0FFFBFD4-8B12-8F4B-ACD1-55AF7F6E923B}" destId="{59269661-8856-8245-9E2E-17FC9C4222F5}" srcOrd="3" destOrd="0" presId="urn:microsoft.com/office/officeart/2016/7/layout/BasicLinearProcessNumbered"/>
    <dgm:cxn modelId="{178A1A5B-1C2E-564A-A3E0-08F6DDAC7407}" type="presParOf" srcId="{F91E1AAD-51C8-604B-8684-8424F29C28D3}" destId="{F8579325-5EE1-D54A-8CBC-350DA041595F}" srcOrd="5" destOrd="0" presId="urn:microsoft.com/office/officeart/2016/7/layout/BasicLinearProcessNumbered"/>
    <dgm:cxn modelId="{626E26FD-B80B-F74F-A35B-121E0E2455A4}" type="presParOf" srcId="{F91E1AAD-51C8-604B-8684-8424F29C28D3}" destId="{61888CAC-0F36-CA4E-A9B8-61D433F6AEFA}" srcOrd="6" destOrd="0" presId="urn:microsoft.com/office/officeart/2016/7/layout/BasicLinearProcessNumbered"/>
    <dgm:cxn modelId="{A4708985-078E-D84C-8C68-C87B9DBC64E4}" type="presParOf" srcId="{61888CAC-0F36-CA4E-A9B8-61D433F6AEFA}" destId="{2D1BCC03-FCE7-0146-A90A-7F015BEA1E4C}" srcOrd="0" destOrd="0" presId="urn:microsoft.com/office/officeart/2016/7/layout/BasicLinearProcessNumbered"/>
    <dgm:cxn modelId="{DBD834A9-4AAC-B24C-B819-0719D0216289}" type="presParOf" srcId="{61888CAC-0F36-CA4E-A9B8-61D433F6AEFA}" destId="{8970C98E-08F2-F24E-B822-422AC8D657BF}" srcOrd="1" destOrd="0" presId="urn:microsoft.com/office/officeart/2016/7/layout/BasicLinearProcessNumbered"/>
    <dgm:cxn modelId="{5C687D90-FDFA-F847-9898-9167101AAF0D}" type="presParOf" srcId="{61888CAC-0F36-CA4E-A9B8-61D433F6AEFA}" destId="{34478202-5638-8941-B39B-95E4A2269A6E}" srcOrd="2" destOrd="0" presId="urn:microsoft.com/office/officeart/2016/7/layout/BasicLinearProcessNumbered"/>
    <dgm:cxn modelId="{7C4F9A54-6C63-2648-8ECE-46E21803C877}" type="presParOf" srcId="{61888CAC-0F36-CA4E-A9B8-61D433F6AEFA}" destId="{817875E9-75BC-BB4A-88C9-FA601ABB85F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110CE-DA9A-1E4A-99C1-47E9373F750E}">
      <dsp:nvSpPr>
        <dsp:cNvPr id="0" name=""/>
        <dsp:cNvSpPr/>
      </dsp:nvSpPr>
      <dsp:spPr>
        <a:xfrm>
          <a:off x="447913" y="1658"/>
          <a:ext cx="2863304" cy="17179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 chatbots are not a guaranteed source of accurate information</a:t>
          </a:r>
        </a:p>
      </dsp:txBody>
      <dsp:txXfrm>
        <a:off x="447913" y="1658"/>
        <a:ext cx="2863304" cy="1717982"/>
      </dsp:txXfrm>
    </dsp:sp>
    <dsp:sp modelId="{A93575D5-69EC-8F4D-8051-5186B12A63CA}">
      <dsp:nvSpPr>
        <dsp:cNvPr id="0" name=""/>
        <dsp:cNvSpPr/>
      </dsp:nvSpPr>
      <dsp:spPr>
        <a:xfrm>
          <a:off x="3597547" y="1658"/>
          <a:ext cx="2863304" cy="171798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Chatbots can spread potentially sensitive or harmful misinformation</a:t>
          </a:r>
        </a:p>
      </dsp:txBody>
      <dsp:txXfrm>
        <a:off x="3597547" y="1658"/>
        <a:ext cx="2863304" cy="1717982"/>
      </dsp:txXfrm>
    </dsp:sp>
    <dsp:sp modelId="{064B37BF-43C0-754A-A5C2-23068FDB7702}">
      <dsp:nvSpPr>
        <dsp:cNvPr id="0" name=""/>
        <dsp:cNvSpPr/>
      </dsp:nvSpPr>
      <dsp:spPr>
        <a:xfrm>
          <a:off x="6747182" y="1658"/>
          <a:ext cx="2863304" cy="171798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AI-based healthcare has been found to discriminate, and may provide inappropriate or irrelevant resources</a:t>
          </a:r>
        </a:p>
      </dsp:txBody>
      <dsp:txXfrm>
        <a:off x="6747182" y="1658"/>
        <a:ext cx="2863304" cy="1717982"/>
      </dsp:txXfrm>
    </dsp:sp>
    <dsp:sp modelId="{E89C49F7-D136-404D-8F84-9031CC7A7CDB}">
      <dsp:nvSpPr>
        <dsp:cNvPr id="0" name=""/>
        <dsp:cNvSpPr/>
      </dsp:nvSpPr>
      <dsp:spPr>
        <a:xfrm>
          <a:off x="3597547" y="2005971"/>
          <a:ext cx="2863304" cy="17179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hlinkClick xmlns:r="http://schemas.openxmlformats.org/officeDocument/2006/relationships" r:id="rId1"/>
            </a:rPr>
            <a:t>Could AI chatbots replace human therapists? </a:t>
          </a:r>
          <a:r>
            <a:rPr lang="en-US" sz="2000" kern="1200"/>
            <a:t>BBC World Service </a:t>
          </a:r>
        </a:p>
      </dsp:txBody>
      <dsp:txXfrm>
        <a:off x="3597547" y="2005971"/>
        <a:ext cx="2863304" cy="17179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27009-41A0-4A73-A327-D3B88C5B0B3C}">
      <dsp:nvSpPr>
        <dsp:cNvPr id="0" name=""/>
        <dsp:cNvSpPr/>
      </dsp:nvSpPr>
      <dsp:spPr>
        <a:xfrm>
          <a:off x="0" y="2170"/>
          <a:ext cx="5906181" cy="11002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812195-C898-4727-8D05-EE93C6CC54AD}">
      <dsp:nvSpPr>
        <dsp:cNvPr id="0" name=""/>
        <dsp:cNvSpPr/>
      </dsp:nvSpPr>
      <dsp:spPr>
        <a:xfrm>
          <a:off x="332837" y="249736"/>
          <a:ext cx="605159" cy="605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239C0-4CC3-4CA6-9167-65CA5C0B6CFC}">
      <dsp:nvSpPr>
        <dsp:cNvPr id="0" name=""/>
        <dsp:cNvSpPr/>
      </dsp:nvSpPr>
      <dsp:spPr>
        <a:xfrm>
          <a:off x="1270834" y="2170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Some pros include reduction of bias that may come from an in-person provider</a:t>
          </a:r>
        </a:p>
      </dsp:txBody>
      <dsp:txXfrm>
        <a:off x="1270834" y="2170"/>
        <a:ext cx="4635346" cy="1100289"/>
      </dsp:txXfrm>
    </dsp:sp>
    <dsp:sp modelId="{90CE2D57-F1F9-4649-B361-5F00BC31BAE2}">
      <dsp:nvSpPr>
        <dsp:cNvPr id="0" name=""/>
        <dsp:cNvSpPr/>
      </dsp:nvSpPr>
      <dsp:spPr>
        <a:xfrm>
          <a:off x="0" y="1377533"/>
          <a:ext cx="5906181" cy="1100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824DD-4872-4E51-8758-1F848EF1B772}">
      <dsp:nvSpPr>
        <dsp:cNvPr id="0" name=""/>
        <dsp:cNvSpPr/>
      </dsp:nvSpPr>
      <dsp:spPr>
        <a:xfrm>
          <a:off x="332837" y="1625098"/>
          <a:ext cx="605159" cy="605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A2E5D-3C22-4481-925A-61C9EC344218}">
      <dsp:nvSpPr>
        <dsp:cNvPr id="0" name=""/>
        <dsp:cNvSpPr/>
      </dsp:nvSpPr>
      <dsp:spPr>
        <a:xfrm>
          <a:off x="1270834" y="1377533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AI chat bots can act as a digital companion offering 24/7 support</a:t>
          </a:r>
        </a:p>
      </dsp:txBody>
      <dsp:txXfrm>
        <a:off x="1270834" y="1377533"/>
        <a:ext cx="4635346" cy="1100289"/>
      </dsp:txXfrm>
    </dsp:sp>
    <dsp:sp modelId="{C3F4F1E8-F047-4F4F-AE45-D5153E38D43F}">
      <dsp:nvSpPr>
        <dsp:cNvPr id="0" name=""/>
        <dsp:cNvSpPr/>
      </dsp:nvSpPr>
      <dsp:spPr>
        <a:xfrm>
          <a:off x="0" y="2752895"/>
          <a:ext cx="5906181" cy="11002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F1069-3DDF-4A37-91AC-FA8DA648B49F}">
      <dsp:nvSpPr>
        <dsp:cNvPr id="0" name=""/>
        <dsp:cNvSpPr/>
      </dsp:nvSpPr>
      <dsp:spPr>
        <a:xfrm>
          <a:off x="332837" y="3000460"/>
          <a:ext cx="605159" cy="605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54C13-4BE1-4846-BA85-46E673A1374E}">
      <dsp:nvSpPr>
        <dsp:cNvPr id="0" name=""/>
        <dsp:cNvSpPr/>
      </dsp:nvSpPr>
      <dsp:spPr>
        <a:xfrm>
          <a:off x="1270834" y="2752895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They can simulate empathy and a nonjudgemental outlook on given situations</a:t>
          </a:r>
        </a:p>
      </dsp:txBody>
      <dsp:txXfrm>
        <a:off x="1270834" y="2752895"/>
        <a:ext cx="4635346" cy="1100289"/>
      </dsp:txXfrm>
    </dsp:sp>
    <dsp:sp modelId="{99087C8E-9139-4188-9963-8F63B0162ABD}">
      <dsp:nvSpPr>
        <dsp:cNvPr id="0" name=""/>
        <dsp:cNvSpPr/>
      </dsp:nvSpPr>
      <dsp:spPr>
        <a:xfrm>
          <a:off x="0" y="4128257"/>
          <a:ext cx="5906181" cy="11002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4D52F-D274-4D60-84EF-87BAC4744231}">
      <dsp:nvSpPr>
        <dsp:cNvPr id="0" name=""/>
        <dsp:cNvSpPr/>
      </dsp:nvSpPr>
      <dsp:spPr>
        <a:xfrm>
          <a:off x="332837" y="4375822"/>
          <a:ext cx="605159" cy="605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4593D-2A05-4F57-931E-CA394012BC7E}">
      <dsp:nvSpPr>
        <dsp:cNvPr id="0" name=""/>
        <dsp:cNvSpPr/>
      </dsp:nvSpPr>
      <dsp:spPr>
        <a:xfrm>
          <a:off x="1270834" y="4128257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Users may feel understood and feel comfortable to share sensitive personal information</a:t>
          </a:r>
        </a:p>
      </dsp:txBody>
      <dsp:txXfrm>
        <a:off x="1270834" y="4128257"/>
        <a:ext cx="4635346" cy="11002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74D67-C6BD-4ECD-94DC-65164FB80D7F}">
      <dsp:nvSpPr>
        <dsp:cNvPr id="0" name=""/>
        <dsp:cNvSpPr/>
      </dsp:nvSpPr>
      <dsp:spPr>
        <a:xfrm>
          <a:off x="1164878" y="194504"/>
          <a:ext cx="671572" cy="67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6D6D0-EB20-4ED5-B317-465A9572463D}">
      <dsp:nvSpPr>
        <dsp:cNvPr id="0" name=""/>
        <dsp:cNvSpPr/>
      </dsp:nvSpPr>
      <dsp:spPr>
        <a:xfrm>
          <a:off x="754473" y="1091019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Diagnosis and screening	</a:t>
          </a:r>
        </a:p>
      </dsp:txBody>
      <dsp:txXfrm>
        <a:off x="754473" y="1091019"/>
        <a:ext cx="1492382" cy="596953"/>
      </dsp:txXfrm>
    </dsp:sp>
    <dsp:sp modelId="{517CEC5B-1A70-4E42-89CA-2D61ABA5F563}">
      <dsp:nvSpPr>
        <dsp:cNvPr id="0" name=""/>
        <dsp:cNvSpPr/>
      </dsp:nvSpPr>
      <dsp:spPr>
        <a:xfrm>
          <a:off x="2918428" y="194504"/>
          <a:ext cx="671572" cy="67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054E4-A79C-4D44-82C2-5894FDBFC479}">
      <dsp:nvSpPr>
        <dsp:cNvPr id="0" name=""/>
        <dsp:cNvSpPr/>
      </dsp:nvSpPr>
      <dsp:spPr>
        <a:xfrm>
          <a:off x="2508023" y="1091019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24/7 therapeutic support</a:t>
          </a:r>
        </a:p>
      </dsp:txBody>
      <dsp:txXfrm>
        <a:off x="2508023" y="1091019"/>
        <a:ext cx="1492382" cy="596953"/>
      </dsp:txXfrm>
    </dsp:sp>
    <dsp:sp modelId="{3D7B8A8E-5865-4402-B68F-A53750BF0B5E}">
      <dsp:nvSpPr>
        <dsp:cNvPr id="0" name=""/>
        <dsp:cNvSpPr/>
      </dsp:nvSpPr>
      <dsp:spPr>
        <a:xfrm>
          <a:off x="1164878" y="2061067"/>
          <a:ext cx="671572" cy="67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53A32-882B-4BCD-90D8-AE0FCC0FED2A}">
      <dsp:nvSpPr>
        <dsp:cNvPr id="0" name=""/>
        <dsp:cNvSpPr/>
      </dsp:nvSpPr>
      <dsp:spPr>
        <a:xfrm>
          <a:off x="754473" y="2957582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Administrative efficiency</a:t>
          </a:r>
        </a:p>
      </dsp:txBody>
      <dsp:txXfrm>
        <a:off x="754473" y="2957582"/>
        <a:ext cx="1492382" cy="596953"/>
      </dsp:txXfrm>
    </dsp:sp>
    <dsp:sp modelId="{787389E6-3841-4709-89A7-1348CB415B7C}">
      <dsp:nvSpPr>
        <dsp:cNvPr id="0" name=""/>
        <dsp:cNvSpPr/>
      </dsp:nvSpPr>
      <dsp:spPr>
        <a:xfrm>
          <a:off x="2918428" y="2061067"/>
          <a:ext cx="671572" cy="67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2F5C5-CFBC-432E-9564-4BB1DC388629}">
      <dsp:nvSpPr>
        <dsp:cNvPr id="0" name=""/>
        <dsp:cNvSpPr/>
      </dsp:nvSpPr>
      <dsp:spPr>
        <a:xfrm>
          <a:off x="2508023" y="2957582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Predictive modeling</a:t>
          </a:r>
        </a:p>
      </dsp:txBody>
      <dsp:txXfrm>
        <a:off x="2508023" y="2957582"/>
        <a:ext cx="1492382" cy="5969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A64F3-2105-4F67-8269-DED28F911662}">
      <dsp:nvSpPr>
        <dsp:cNvPr id="0" name=""/>
        <dsp:cNvSpPr/>
      </dsp:nvSpPr>
      <dsp:spPr>
        <a:xfrm>
          <a:off x="134825" y="250218"/>
          <a:ext cx="1295909" cy="129590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03934-C86C-43AB-BDD4-8F18C2C72D0E}">
      <dsp:nvSpPr>
        <dsp:cNvPr id="0" name=""/>
        <dsp:cNvSpPr/>
      </dsp:nvSpPr>
      <dsp:spPr>
        <a:xfrm>
          <a:off x="406966" y="522360"/>
          <a:ext cx="751627" cy="751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70ED2-4B51-45E2-8F82-86C7791CD5DE}">
      <dsp:nvSpPr>
        <dsp:cNvPr id="0" name=""/>
        <dsp:cNvSpPr/>
      </dsp:nvSpPr>
      <dsp:spPr>
        <a:xfrm>
          <a:off x="1708430" y="250218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AI is not a credentialed provider</a:t>
          </a:r>
        </a:p>
      </dsp:txBody>
      <dsp:txXfrm>
        <a:off x="1708430" y="250218"/>
        <a:ext cx="3054644" cy="1295909"/>
      </dsp:txXfrm>
    </dsp:sp>
    <dsp:sp modelId="{CDBEBA9B-844E-4BC8-95A9-4B0AB8B3A451}">
      <dsp:nvSpPr>
        <dsp:cNvPr id="0" name=""/>
        <dsp:cNvSpPr/>
      </dsp:nvSpPr>
      <dsp:spPr>
        <a:xfrm>
          <a:off x="5295324" y="250218"/>
          <a:ext cx="1295909" cy="129590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36C3C8-56C6-4D77-9CAB-428017A7BBDA}">
      <dsp:nvSpPr>
        <dsp:cNvPr id="0" name=""/>
        <dsp:cNvSpPr/>
      </dsp:nvSpPr>
      <dsp:spPr>
        <a:xfrm>
          <a:off x="5567465" y="522360"/>
          <a:ext cx="751627" cy="751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CC39E-722B-499E-9310-FD406A6318C0}">
      <dsp:nvSpPr>
        <dsp:cNvPr id="0" name=""/>
        <dsp:cNvSpPr/>
      </dsp:nvSpPr>
      <dsp:spPr>
        <a:xfrm>
          <a:off x="6868929" y="250218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While it has access to many reliable resources, it is still not a verified source of information</a:t>
          </a:r>
        </a:p>
      </dsp:txBody>
      <dsp:txXfrm>
        <a:off x="6868929" y="250218"/>
        <a:ext cx="3054644" cy="1295909"/>
      </dsp:txXfrm>
    </dsp:sp>
    <dsp:sp modelId="{B4323A6E-F26D-4A79-A900-AD7F008196FD}">
      <dsp:nvSpPr>
        <dsp:cNvPr id="0" name=""/>
        <dsp:cNvSpPr/>
      </dsp:nvSpPr>
      <dsp:spPr>
        <a:xfrm>
          <a:off x="134825" y="2179483"/>
          <a:ext cx="1295909" cy="129590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919C2-CBA0-464A-9A41-EB3AEE4CE6C8}">
      <dsp:nvSpPr>
        <dsp:cNvPr id="0" name=""/>
        <dsp:cNvSpPr/>
      </dsp:nvSpPr>
      <dsp:spPr>
        <a:xfrm>
          <a:off x="406966" y="2451624"/>
          <a:ext cx="751627" cy="751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DEB50-5BF7-4BA1-92CB-F5F1F8E90BCF}">
      <dsp:nvSpPr>
        <dsp:cNvPr id="0" name=""/>
        <dsp:cNvSpPr/>
      </dsp:nvSpPr>
      <dsp:spPr>
        <a:xfrm>
          <a:off x="1708430" y="2179483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Mental health and clinical diagnosis should not be used stand alone with AI</a:t>
          </a:r>
        </a:p>
      </dsp:txBody>
      <dsp:txXfrm>
        <a:off x="1708430" y="2179483"/>
        <a:ext cx="3054644" cy="1295909"/>
      </dsp:txXfrm>
    </dsp:sp>
    <dsp:sp modelId="{71BBBA95-A392-45CE-85DB-8C4874967108}">
      <dsp:nvSpPr>
        <dsp:cNvPr id="0" name=""/>
        <dsp:cNvSpPr/>
      </dsp:nvSpPr>
      <dsp:spPr>
        <a:xfrm>
          <a:off x="5295324" y="2179483"/>
          <a:ext cx="1295909" cy="129590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F2FCE-E07E-4BBB-893C-C1F086ABEBA5}">
      <dsp:nvSpPr>
        <dsp:cNvPr id="0" name=""/>
        <dsp:cNvSpPr/>
      </dsp:nvSpPr>
      <dsp:spPr>
        <a:xfrm>
          <a:off x="5567465" y="2451624"/>
          <a:ext cx="751627" cy="751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1BFCC-89BA-4EEF-B6CD-E176AA6E4912}">
      <dsp:nvSpPr>
        <dsp:cNvPr id="0" name=""/>
        <dsp:cNvSpPr/>
      </dsp:nvSpPr>
      <dsp:spPr>
        <a:xfrm>
          <a:off x="6868929" y="2179483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Rather, providers can work alongside AI.</a:t>
          </a:r>
        </a:p>
      </dsp:txBody>
      <dsp:txXfrm>
        <a:off x="6868929" y="2179483"/>
        <a:ext cx="3054644" cy="12959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22081-B93D-E742-97E9-02CF6A493C8B}">
      <dsp:nvSpPr>
        <dsp:cNvPr id="0" name=""/>
        <dsp:cNvSpPr/>
      </dsp:nvSpPr>
      <dsp:spPr>
        <a:xfrm>
          <a:off x="2946" y="226351"/>
          <a:ext cx="2337792" cy="32729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Based on this research, it seems as though AI can be a positive addition to the world of psychology</a:t>
          </a:r>
        </a:p>
      </dsp:txBody>
      <dsp:txXfrm>
        <a:off x="2946" y="1470056"/>
        <a:ext cx="2337792" cy="1963745"/>
      </dsp:txXfrm>
    </dsp:sp>
    <dsp:sp modelId="{33FCCC87-495F-8840-A4C6-BAA79DED22CD}">
      <dsp:nvSpPr>
        <dsp:cNvPr id="0" name=""/>
        <dsp:cNvSpPr/>
      </dsp:nvSpPr>
      <dsp:spPr>
        <a:xfrm>
          <a:off x="680906" y="553642"/>
          <a:ext cx="981872" cy="9818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24698" y="697434"/>
        <a:ext cx="694288" cy="694288"/>
      </dsp:txXfrm>
    </dsp:sp>
    <dsp:sp modelId="{A47A1833-C8BD-DB48-B1B4-DAB1ACE1A7FE}">
      <dsp:nvSpPr>
        <dsp:cNvPr id="0" name=""/>
        <dsp:cNvSpPr/>
      </dsp:nvSpPr>
      <dsp:spPr>
        <a:xfrm>
          <a:off x="2946" y="3499188"/>
          <a:ext cx="2337792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095F96-FB4D-4D46-B363-7F1DF9632748}">
      <dsp:nvSpPr>
        <dsp:cNvPr id="0" name=""/>
        <dsp:cNvSpPr/>
      </dsp:nvSpPr>
      <dsp:spPr>
        <a:xfrm>
          <a:off x="2574518" y="226351"/>
          <a:ext cx="2337792" cy="327290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However, just like everything, there are drawbacks</a:t>
          </a:r>
        </a:p>
      </dsp:txBody>
      <dsp:txXfrm>
        <a:off x="2574518" y="1470056"/>
        <a:ext cx="2337792" cy="1963745"/>
      </dsp:txXfrm>
    </dsp:sp>
    <dsp:sp modelId="{AE6B94B1-F791-CB48-B306-E5E4D48B95E9}">
      <dsp:nvSpPr>
        <dsp:cNvPr id="0" name=""/>
        <dsp:cNvSpPr/>
      </dsp:nvSpPr>
      <dsp:spPr>
        <a:xfrm>
          <a:off x="3252477" y="553642"/>
          <a:ext cx="981872" cy="98187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396269" y="697434"/>
        <a:ext cx="694288" cy="694288"/>
      </dsp:txXfrm>
    </dsp:sp>
    <dsp:sp modelId="{8261DA26-7B8C-474B-B12B-63D83B28EEF2}">
      <dsp:nvSpPr>
        <dsp:cNvPr id="0" name=""/>
        <dsp:cNvSpPr/>
      </dsp:nvSpPr>
      <dsp:spPr>
        <a:xfrm>
          <a:off x="2574518" y="3499188"/>
          <a:ext cx="2337792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3E5655-F068-0A44-9B65-18A05FDEC20E}">
      <dsp:nvSpPr>
        <dsp:cNvPr id="0" name=""/>
        <dsp:cNvSpPr/>
      </dsp:nvSpPr>
      <dsp:spPr>
        <a:xfrm>
          <a:off x="5146089" y="226351"/>
          <a:ext cx="2337792" cy="327290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Many argue that these new technologies are not properly equipped to provide safe care and empathy, especially in culturally diverse populations</a:t>
          </a:r>
        </a:p>
      </dsp:txBody>
      <dsp:txXfrm>
        <a:off x="5146089" y="1470056"/>
        <a:ext cx="2337792" cy="1963745"/>
      </dsp:txXfrm>
    </dsp:sp>
    <dsp:sp modelId="{CFBA6A56-28E6-9B44-89EA-FB2C3FB40F03}">
      <dsp:nvSpPr>
        <dsp:cNvPr id="0" name=""/>
        <dsp:cNvSpPr/>
      </dsp:nvSpPr>
      <dsp:spPr>
        <a:xfrm>
          <a:off x="5824049" y="553642"/>
          <a:ext cx="981872" cy="98187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5967841" y="697434"/>
        <a:ext cx="694288" cy="694288"/>
      </dsp:txXfrm>
    </dsp:sp>
    <dsp:sp modelId="{FAC5E711-BA0D-CF44-A7DB-AA23BD81427C}">
      <dsp:nvSpPr>
        <dsp:cNvPr id="0" name=""/>
        <dsp:cNvSpPr/>
      </dsp:nvSpPr>
      <dsp:spPr>
        <a:xfrm>
          <a:off x="5146089" y="3499188"/>
          <a:ext cx="2337792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D1BCC03-FCE7-0146-A90A-7F015BEA1E4C}">
      <dsp:nvSpPr>
        <dsp:cNvPr id="0" name=""/>
        <dsp:cNvSpPr/>
      </dsp:nvSpPr>
      <dsp:spPr>
        <a:xfrm>
          <a:off x="7717661" y="226351"/>
          <a:ext cx="2337792" cy="327290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Before being fully integrated into the field, a lot of research and consideration needs to take place first</a:t>
          </a:r>
        </a:p>
      </dsp:txBody>
      <dsp:txXfrm>
        <a:off x="7717661" y="1470056"/>
        <a:ext cx="2337792" cy="1963745"/>
      </dsp:txXfrm>
    </dsp:sp>
    <dsp:sp modelId="{8970C98E-08F2-F24E-B822-422AC8D657BF}">
      <dsp:nvSpPr>
        <dsp:cNvPr id="0" name=""/>
        <dsp:cNvSpPr/>
      </dsp:nvSpPr>
      <dsp:spPr>
        <a:xfrm>
          <a:off x="8395620" y="553642"/>
          <a:ext cx="981872" cy="98187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539412" y="697434"/>
        <a:ext cx="694288" cy="694288"/>
      </dsp:txXfrm>
    </dsp:sp>
    <dsp:sp modelId="{34478202-5638-8941-B39B-95E4A2269A6E}">
      <dsp:nvSpPr>
        <dsp:cNvPr id="0" name=""/>
        <dsp:cNvSpPr/>
      </dsp:nvSpPr>
      <dsp:spPr>
        <a:xfrm>
          <a:off x="7717661" y="3499188"/>
          <a:ext cx="2337792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71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39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534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27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5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72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69159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019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74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47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97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icciano.commons.gc.cuny.edu/2019/08/28/rockefeller-institute-deja-vu-artificial-intelligence-what-can-we-learn-from-the-digital-revolution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siamd.com/2023/07/18/is-it-safe-to-use-ai-chatbots-for-your-health-diagnosi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odrigourizar.com/2023/05/26/5-puntos-en-los-que-la-inteligencia-artificial-ia-ai-hace-mas-eficiente-la-gestion-en-las-organizacione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GxQo1CXE_k0?si=tnG-PSJl53Q5edXv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youtu.be/XJAze_FppJ4?si=bWcajWRZzcUINRL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www.duperrin.com/2025/02/12/ia-ambition-entreprises-europ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96/81970" TargetMode="External"/><Relationship Id="rId2" Type="http://schemas.openxmlformats.org/officeDocument/2006/relationships/hyperlink" Target="https://doi.org/10.3389/fpsyt.2024.138737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D147-3AB7-57E9-0C5D-AFB437551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in Psychology</a:t>
            </a:r>
            <a:br>
              <a:rPr lang="en-US" dirty="0"/>
            </a:br>
            <a:r>
              <a:rPr lang="en-US" sz="3600" dirty="0"/>
              <a:t>and its effects on counseling</a:t>
            </a:r>
            <a:br>
              <a:rPr lang="en-US" sz="1800" dirty="0"/>
            </a:br>
            <a:br>
              <a:rPr lang="en-US" sz="3600" dirty="0"/>
            </a:br>
            <a:r>
              <a:rPr lang="en-US" sz="1800" dirty="0"/>
              <a:t>Montclair State University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E2308-CFAA-C75D-1B82-945AB0705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Ivy Hudson	April 7, 2026	CSIT 100_08</a:t>
            </a:r>
          </a:p>
        </p:txBody>
      </p:sp>
    </p:spTree>
    <p:extLst>
      <p:ext uri="{BB962C8B-B14F-4D97-AF65-F5344CB8AC3E}">
        <p14:creationId xmlns:p14="http://schemas.microsoft.com/office/powerpoint/2010/main" val="186646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E9B969E-CD96-4162-BA90-449BBDA9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231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B6401A4-FEE5-4976-857C-1FD0CDB2E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162" y="0"/>
            <a:ext cx="81687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ckefeller Institute: Déjà Vu Artificial Intelligence – What Can We ...">
            <a:extLst>
              <a:ext uri="{FF2B5EF4-FFF2-40B4-BE49-F238E27FC236}">
                <a16:creationId xmlns:a16="http://schemas.microsoft.com/office/drawing/2014/main" id="{15942E59-69F1-2705-B752-2254DF93D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67497" y="1413549"/>
            <a:ext cx="6880072" cy="387004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47AF1DF-6993-45FB-92A5-C36B1A680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25029" cy="6858000"/>
          </a:xfrm>
          <a:prstGeom prst="rect">
            <a:avLst/>
          </a:prstGeom>
          <a:blipFill dpi="0" rotWithShape="1">
            <a:blip r:embed="rId4">
              <a:alphaModFix amt="6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BCB95-B3C1-8FA6-0370-72562793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33" y="643464"/>
            <a:ext cx="2888344" cy="1428737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C082F-3DAF-D584-410B-B97DC8F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337" y="2184036"/>
            <a:ext cx="2888439" cy="3869634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Artificial Intelligence (AI) has become prominent in the field of psychology alongside new technological developments </a:t>
            </a:r>
          </a:p>
          <a:p>
            <a:r>
              <a:rPr lang="en-US" sz="1600">
                <a:solidFill>
                  <a:srgbClr val="FFFFFF"/>
                </a:solidFill>
              </a:rPr>
              <a:t>A recent poll conducted by the American Psychological Association showed that 56% of the participating licensed psychologists reported using AI to help with their work at least once in the past year (Vilhauer, 2025).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1D32-6563-6F55-7478-381460D05539}"/>
              </a:ext>
            </a:extLst>
          </p:cNvPr>
          <p:cNvSpPr txBox="1"/>
          <p:nvPr/>
        </p:nvSpPr>
        <p:spPr>
          <a:xfrm>
            <a:off x="8876645" y="5083534"/>
            <a:ext cx="267092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apicciano.commons.gc.cuny.edu/2019/08/28/rockefeller-institute-deja-vu-artificial-intelligence-what-can-we-learn-from-the-digital-revolution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56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1A08-9810-0D7F-CEB4-DA39BC5D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 sz="4400"/>
              <a:t>AI in Mental Health Counseling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000060-D06D-4A48-BD8E-978966CC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54" y="727628"/>
            <a:ext cx="5367164" cy="5415552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4E5113-B3D0-40F8-9F39-B2C2BF92A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3978" y="886862"/>
            <a:ext cx="5054517" cy="509708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7" name="Picture 6" descr="Is it safe to use AI Chatbots for your health diagnosis? - Asiamd">
            <a:extLst>
              <a:ext uri="{FF2B5EF4-FFF2-40B4-BE49-F238E27FC236}">
                <a16:creationId xmlns:a16="http://schemas.microsoft.com/office/drawing/2014/main" id="{3664750E-3E96-315B-C8DD-45665E7AB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04017" y="1962086"/>
            <a:ext cx="4414438" cy="294663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9A515-16DF-4197-A944-1555F7F13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r>
              <a:rPr lang="en-US" dirty="0"/>
              <a:t>AI Chatbots can provide easy access to mental health support to everyone</a:t>
            </a:r>
          </a:p>
          <a:p>
            <a:r>
              <a:rPr lang="en-US" dirty="0"/>
              <a:t>This specifically appeals to those who do not have access to mental health care</a:t>
            </a:r>
          </a:p>
          <a:p>
            <a:r>
              <a:rPr lang="en-US" dirty="0"/>
              <a:t>Therapy becomes accessible and affordable</a:t>
            </a:r>
          </a:p>
          <a:p>
            <a:r>
              <a:rPr lang="en-US" dirty="0"/>
              <a:t>Further, those who do not feel comfortable going to in-person therapy, may find comfort in talking to a chat bot instead.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2E6D1-3D86-6022-7160-916A32775A96}"/>
              </a:ext>
            </a:extLst>
          </p:cNvPr>
          <p:cNvSpPr txBox="1"/>
          <p:nvPr/>
        </p:nvSpPr>
        <p:spPr>
          <a:xfrm>
            <a:off x="2931501" y="4708668"/>
            <a:ext cx="268695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asiamd.com/2023/07/18/is-it-safe-to-use-ai-chatbots-for-your-health-diagnosi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86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E7EF-518C-8AD2-A308-826961B5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The Negative Aspects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AA76A4-E64E-0AF7-48C1-962C37526A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102904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2123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D79DD-7148-5F26-C1FC-3EFA5EC67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835" y="1420706"/>
            <a:ext cx="3466540" cy="4016587"/>
          </a:xfrm>
        </p:spPr>
        <p:txBody>
          <a:bodyPr>
            <a:normAutofit/>
          </a:bodyPr>
          <a:lstStyle/>
          <a:p>
            <a:r>
              <a:rPr lang="en-US" sz="3600"/>
              <a:t>AI in Clinical 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0B37-4EB9-5C63-404F-C125244D7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519" y="1420706"/>
            <a:ext cx="5514758" cy="401658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 recent study by “Nature’s Scientific Report” shows how AI can hold highly accurate clinical diagnoses for common mental health disorders</a:t>
            </a:r>
          </a:p>
          <a:p>
            <a:pPr lvl="1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AI clinical interviews, powered by LLMs (large language models) to simulate doctor-patient conversation</a:t>
            </a:r>
          </a:p>
          <a:p>
            <a:pPr lvl="1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Structured data collection can lead to accuracy in complex scenarios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New AI-driven technology – imaging and molecular signaling – show signs for accurate prognoses as well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5731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33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9B1821C-2E7E-4A0F-9DEE-DA1242BD4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5 puntos en los que la Inteligencia Artificial (IA) (AI) hace más ...">
            <a:extLst>
              <a:ext uri="{FF2B5EF4-FFF2-40B4-BE49-F238E27FC236}">
                <a16:creationId xmlns:a16="http://schemas.microsoft.com/office/drawing/2014/main" id="{811C6299-4054-10AE-39C6-10E3BB3697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7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091" t="3834" b="525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BB9502-B4F7-4349-B66A-B68DEAAA8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9943" y="237744"/>
            <a:ext cx="7652977" cy="638251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6EC8D-6D0C-2CE7-EC1D-12747BFE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751" y="642594"/>
            <a:ext cx="6718433" cy="1746504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Clinical Diagnosis – Aspects to Keep in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ECA9-23F0-614B-8FEA-AB5C6E2AC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752" y="2389098"/>
            <a:ext cx="6718434" cy="36459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is not yet fully credible, because of issues in replicability, scalability, and generalizability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of now, many AI tools lack clinical validation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Therefore, it can support a clinical psychologist, but it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should not replace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credentialed psychologist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linkClick r:id="rId4"/>
              </a:rPr>
              <a:t>AI in psychology: improving diagnosis and therapy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Crowdy ai</a:t>
            </a:r>
          </a:p>
        </p:txBody>
      </p:sp>
    </p:spTree>
    <p:extLst>
      <p:ext uri="{BB962C8B-B14F-4D97-AF65-F5344CB8AC3E}">
        <p14:creationId xmlns:p14="http://schemas.microsoft.com/office/powerpoint/2010/main" val="280198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172D2-646B-04EC-C201-52C322933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AI-Patient Relationships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9A01B7-E7D1-CE73-9CA2-A4D1F810AC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3041105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232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88A6A-B375-0C87-B9BB-DCC96BCF2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sz="4400"/>
              <a:t>But Can AI Replace Human Interaction?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A0F2-EB08-3C1A-B915-91A70EEF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485467" cy="3931920"/>
          </a:xfrm>
        </p:spPr>
        <p:txBody>
          <a:bodyPr>
            <a:normAutofit/>
          </a:bodyPr>
          <a:lstStyle/>
          <a:p>
            <a:r>
              <a:rPr lang="en-US" dirty="0"/>
              <a:t>Risks of dependency on the chatbot increases; it is a one-sided interaction</a:t>
            </a:r>
          </a:p>
          <a:p>
            <a:r>
              <a:rPr lang="en-US" dirty="0"/>
              <a:t>Human authenticity cannot be replaced by technology</a:t>
            </a:r>
          </a:p>
          <a:p>
            <a:r>
              <a:rPr lang="en-US" dirty="0"/>
              <a:t>Nonverbal cues – large part of clinical diagnosis</a:t>
            </a:r>
          </a:p>
          <a:p>
            <a:pPr lvl="1"/>
            <a:r>
              <a:rPr lang="en-US" dirty="0"/>
              <a:t>AI cannot assess behavior cues like a human can</a:t>
            </a:r>
          </a:p>
          <a:p>
            <a:r>
              <a:rPr lang="en-US" dirty="0"/>
              <a:t>Other negative aspects:</a:t>
            </a:r>
          </a:p>
          <a:p>
            <a:pPr lvl="1"/>
            <a:r>
              <a:rPr lang="en-US" dirty="0"/>
              <a:t>Loss of personal interaction</a:t>
            </a:r>
          </a:p>
          <a:p>
            <a:pPr lvl="1"/>
            <a:r>
              <a:rPr lang="en-US" dirty="0"/>
              <a:t>Therapeutic misconceptions</a:t>
            </a:r>
          </a:p>
          <a:p>
            <a:pPr lvl="1"/>
            <a:r>
              <a:rPr lang="en-US" dirty="0"/>
              <a:t>Inauthentic care </a:t>
            </a:r>
          </a:p>
          <a:p>
            <a:pPr lvl="1"/>
            <a:endParaRPr lang="en-US" dirty="0"/>
          </a:p>
          <a:p>
            <a:pPr marL="274320" lvl="1" indent="0">
              <a:buNone/>
            </a:pPr>
            <a:r>
              <a:rPr lang="en-US" dirty="0">
                <a:hlinkClick r:id="rId2"/>
              </a:rPr>
              <a:t>How AI companions are destroying human intimacy</a:t>
            </a:r>
            <a:r>
              <a:rPr lang="en-US" dirty="0"/>
              <a:t>, Angela Ivy Leong </a:t>
            </a:r>
          </a:p>
        </p:txBody>
      </p:sp>
      <p:pic>
        <p:nvPicPr>
          <p:cNvPr id="5" name="Picture 4" descr="L'ambition des entreprises Européennes dans l'IA est elle réaliste">
            <a:extLst>
              <a:ext uri="{FF2B5EF4-FFF2-40B4-BE49-F238E27FC236}">
                <a16:creationId xmlns:a16="http://schemas.microsoft.com/office/drawing/2014/main" id="{89B22003-70AB-0952-1562-9B2872EF3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552267" y="2646684"/>
            <a:ext cx="4049999" cy="2197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7542B4-F98B-2A5D-8455-2089759E7B95}"/>
              </a:ext>
            </a:extLst>
          </p:cNvPr>
          <p:cNvSpPr txBox="1"/>
          <p:nvPr/>
        </p:nvSpPr>
        <p:spPr>
          <a:xfrm>
            <a:off x="8499137" y="4596833"/>
            <a:ext cx="254108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www.duperrin.com/2025/02/12/ia-ambition-entreprises-europ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13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71FA-0CE6-1184-CEAB-5B8C10DA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Applications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0CF1CE9-7AC5-370D-8FCB-826024AA2DA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66800" y="2103120"/>
          <a:ext cx="4754880" cy="374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6F22D-A573-090A-58B0-EC016FD278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Benefits:</a:t>
            </a:r>
          </a:p>
          <a:p>
            <a:r>
              <a:rPr lang="en-US" dirty="0"/>
              <a:t>Improved accessibility</a:t>
            </a:r>
          </a:p>
          <a:p>
            <a:r>
              <a:rPr lang="en-US" dirty="0"/>
              <a:t>Scalability in research</a:t>
            </a:r>
          </a:p>
          <a:p>
            <a:r>
              <a:rPr lang="en-US" dirty="0"/>
              <a:t>enhanced decision making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Challenges:</a:t>
            </a:r>
          </a:p>
          <a:p>
            <a:r>
              <a:rPr lang="en-US" dirty="0"/>
              <a:t>Bias and discrimination</a:t>
            </a:r>
          </a:p>
          <a:p>
            <a:r>
              <a:rPr lang="en-US" dirty="0"/>
              <a:t>Data privacy</a:t>
            </a:r>
          </a:p>
          <a:p>
            <a:r>
              <a:rPr lang="en-US" dirty="0"/>
              <a:t>Reduced human interaction</a:t>
            </a:r>
          </a:p>
          <a:p>
            <a:r>
              <a:rPr lang="en-US" dirty="0"/>
              <a:t>Limitations in clinical use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55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A5E89-CE4D-4F5F-627A-167924EB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835" y="1420706"/>
            <a:ext cx="3466540" cy="4016587"/>
          </a:xfrm>
        </p:spPr>
        <p:txBody>
          <a:bodyPr>
            <a:normAutofit/>
          </a:bodyPr>
          <a:lstStyle/>
          <a:p>
            <a:r>
              <a:rPr lang="en-US" sz="3600" dirty="0"/>
              <a:t>Reflections – Are There Positives?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4F77-9A02-7115-7BE1-34E7A4CCB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519" y="1420706"/>
            <a:ext cx="5514758" cy="401658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Yes, I think there can be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AI can limit the common human errors and mistakes we see in healthcare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 also appreciate how it provides access to mental health care to those who do not have access to it, whether because of insurance or finances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5731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935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D18F-7954-E85B-C7EB-5219A8BF9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400"/>
              <a:t>Reflections – Precautionary Measures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2A5D70-9FD7-720F-4144-86FA71FEEA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399356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9079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B1F2238-EA69-4D67-8CD6-BAE676F96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E49CE6F2-52E5-7198-8679-7DF3D5BD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75000"/>
          </a:blip>
          <a:srcRect b="1541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4ACE5D0-1439-4B33-9A21-D86EF78AF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alpha val="91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11753-EC6C-C516-102E-E37D1CE4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sz="4400"/>
              <a:t>Impacts</a:t>
            </a:r>
            <a:br>
              <a:rPr lang="en-US" sz="4400"/>
            </a:br>
            <a:r>
              <a:rPr lang="en-US" sz="4400"/>
              <a:t>Ethical Issues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284D9-2FE0-DFCB-0C1F-83C9511F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931920"/>
          </a:xfrm>
        </p:spPr>
        <p:txBody>
          <a:bodyPr>
            <a:normAutofit/>
          </a:bodyPr>
          <a:lstStyle/>
          <a:p>
            <a:r>
              <a:rPr lang="en-US" dirty="0"/>
              <a:t>As we can see, there are many pros and cons to the integration of AI into psychology</a:t>
            </a:r>
          </a:p>
          <a:p>
            <a:r>
              <a:rPr lang="en-US" dirty="0"/>
              <a:t>Many question the ethics of removing the humanistic side of psychology</a:t>
            </a:r>
          </a:p>
          <a:p>
            <a:r>
              <a:rPr lang="en-US" dirty="0"/>
              <a:t>The inclusion of AI into psychology is vastly dependent on personal preference</a:t>
            </a:r>
          </a:p>
          <a:p>
            <a:r>
              <a:rPr lang="en-US" dirty="0"/>
              <a:t>While AI may be shown to more accurately diagnose and treat than a human psychologist, some may prefer to have an in-person provider-patient relationship</a:t>
            </a:r>
          </a:p>
        </p:txBody>
      </p:sp>
    </p:spTree>
    <p:extLst>
      <p:ext uri="{BB962C8B-B14F-4D97-AF65-F5344CB8AC3E}">
        <p14:creationId xmlns:p14="http://schemas.microsoft.com/office/powerpoint/2010/main" val="4173874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922F-AF63-AB4E-B5B0-CE9C3AF6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C44FC9-8A20-AEE0-ED10-135758BE7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884010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1042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7C8E-BD81-BCFF-12EF-DC036F8DA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1CAA5-C6E2-308C-B281-CFA00CE63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576" y="4453461"/>
            <a:ext cx="9070848" cy="457200"/>
          </a:xfrm>
        </p:spPr>
        <p:txBody>
          <a:bodyPr>
            <a:noAutofit/>
          </a:bodyPr>
          <a:lstStyle/>
          <a:p>
            <a:r>
              <a:rPr lang="en-US" sz="32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87903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737801-B9D6-4A08-BD77-23010A802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ABD39-C757-461E-A681-DC273648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572613"/>
            <a:ext cx="11281609" cy="239607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424F5-8D5C-46C0-A1B0-AF34E0350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737380"/>
            <a:ext cx="10954512" cy="2066544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64CF8-0261-EC3A-7804-C8D1F060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89090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6D374-0BED-A09E-22D4-E5FDE75A9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263619"/>
            <a:ext cx="10058400" cy="267376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/>
              <a:t>Abrams, Z. (2023). AI is changing every aspect of psychology. Here’s what to watch for. </a:t>
            </a:r>
            <a:r>
              <a:rPr lang="en-US" sz="1300" i="1"/>
              <a:t>American Psychological Association, 54</a:t>
            </a:r>
            <a:r>
              <a:rPr lang="en-US" sz="1300"/>
              <a:t>(5)</a:t>
            </a:r>
          </a:p>
          <a:p>
            <a:pPr>
              <a:lnSpc>
                <a:spcPct val="90000"/>
              </a:lnSpc>
            </a:pPr>
            <a:r>
              <a:rPr lang="en-US" sz="1300"/>
              <a:t>Gardner, S. (2025). Experts caution against using AI chatbots for emotional support. </a:t>
            </a:r>
            <a:r>
              <a:rPr lang="en-US" sz="1300" i="1"/>
              <a:t>Teachers College Columbia University</a:t>
            </a:r>
          </a:p>
          <a:p>
            <a:pPr>
              <a:lnSpc>
                <a:spcPct val="90000"/>
              </a:lnSpc>
            </a:pPr>
            <a:r>
              <a:rPr lang="en-US" sz="1300"/>
              <a:t>Gao, W., Lu, L., Yin, X. (2024). Editorial: AI approach to the psychiatric diagnosis and prediction. </a:t>
            </a:r>
            <a:r>
              <a:rPr lang="en-US" sz="1300" i="1"/>
              <a:t>Frontiers in Psychiatry, 15</a:t>
            </a:r>
            <a:r>
              <a:rPr lang="en-US" sz="1300"/>
              <a:t>. </a:t>
            </a:r>
            <a:r>
              <a:rPr lang="en-US" sz="1300" u="sng">
                <a:hlinkClick r:id="rId2"/>
              </a:rPr>
              <a:t>https://doi.org/10.3389/fpsyt.2024.1387370</a:t>
            </a:r>
            <a:r>
              <a:rPr lang="en-US" sz="1300"/>
              <a:t> </a:t>
            </a:r>
          </a:p>
          <a:p>
            <a:pPr>
              <a:lnSpc>
                <a:spcPct val="90000"/>
              </a:lnSpc>
            </a:pPr>
            <a:r>
              <a:rPr lang="en-US" sz="1300"/>
              <a:t>Opel, N &amp; Breakspear, M. (2026). Transforming mental health research and care through artificial intelligence. </a:t>
            </a:r>
            <a:r>
              <a:rPr lang="en-US" sz="1300" i="1"/>
              <a:t>Science, 391</a:t>
            </a:r>
            <a:r>
              <a:rPr lang="en-US" sz="1300"/>
              <a:t>(6782).</a:t>
            </a:r>
          </a:p>
          <a:p>
            <a:pPr>
              <a:lnSpc>
                <a:spcPct val="90000"/>
              </a:lnSpc>
            </a:pPr>
            <a:r>
              <a:rPr lang="en-US" sz="1300"/>
              <a:t>Vilhauer, M. (2025). AI diagnoses mental health disorders with high accuracy. </a:t>
            </a:r>
            <a:r>
              <a:rPr lang="en-US" sz="1300" i="1"/>
              <a:t>Psychology Today</a:t>
            </a:r>
          </a:p>
          <a:p>
            <a:pPr>
              <a:lnSpc>
                <a:spcPct val="90000"/>
              </a:lnSpc>
            </a:pPr>
            <a:r>
              <a:rPr lang="en-US" sz="1300"/>
              <a:t>Weir, I. B., Stroud, A. M., Stout, J. J., Barry, B. A., Athreya, A. P., Bobo, W. V., Sharp, R. R. (2025). Physician perspectives on the impact of artificial intelligence on the therapeutic relationship in mental health care: Qualitative study. </a:t>
            </a:r>
            <a:r>
              <a:rPr lang="en-US" sz="1300" i="1"/>
              <a:t>JMRI Ment Health. </a:t>
            </a:r>
            <a:r>
              <a:rPr lang="en-US" sz="1300" u="sng">
                <a:hlinkClick r:id="rId3"/>
              </a:rPr>
              <a:t>https://doi.org/10.2196/81970</a:t>
            </a:r>
            <a:r>
              <a:rPr lang="en-US" sz="1300"/>
              <a:t>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/>
          </a:p>
          <a:p>
            <a:pPr marL="0" indent="0">
              <a:lnSpc>
                <a:spcPct val="90000"/>
              </a:lnSpc>
              <a:buNone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616228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56</TotalTime>
  <Words>967</Words>
  <Application>Microsoft Macintosh PowerPoint</Application>
  <PresentationFormat>Widescreen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Garamond</vt:lpstr>
      <vt:lpstr>Trebuchet MS</vt:lpstr>
      <vt:lpstr>Savon</vt:lpstr>
      <vt:lpstr>AI in Psychology and its effects on counseling  Montclair State University</vt:lpstr>
      <vt:lpstr>Introduction</vt:lpstr>
      <vt:lpstr>AI in Mental Health Counseling</vt:lpstr>
      <vt:lpstr>The Negative Aspects</vt:lpstr>
      <vt:lpstr>AI in Clinical Diagnosis</vt:lpstr>
      <vt:lpstr>Clinical Diagnosis – Aspects to Keep in Mind</vt:lpstr>
      <vt:lpstr>AI-Patient Relationships</vt:lpstr>
      <vt:lpstr>But Can AI Replace Human Interaction?</vt:lpstr>
      <vt:lpstr>Key Applications</vt:lpstr>
      <vt:lpstr>Reflections – Are There Positives? </vt:lpstr>
      <vt:lpstr>Reflections – Precautionary Measures</vt:lpstr>
      <vt:lpstr>Impacts Ethical Issues and Challenges</vt:lpstr>
      <vt:lpstr>Conclusions</vt:lpstr>
      <vt:lpstr>Thank you!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Ivy Marie Hudson</dc:creator>
  <cp:lastModifiedBy>Ivy Marie Hudson</cp:lastModifiedBy>
  <cp:revision>3</cp:revision>
  <dcterms:created xsi:type="dcterms:W3CDTF">2026-04-07T00:43:26Z</dcterms:created>
  <dcterms:modified xsi:type="dcterms:W3CDTF">2026-04-11T18:14:14Z</dcterms:modified>
</cp:coreProperties>
</file>